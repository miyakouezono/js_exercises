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>
        <p:scale>
          <a:sx n="70" d="100"/>
          <a:sy n="70" d="100"/>
        </p:scale>
        <p:origin x="420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C275F-6BD5-42A0-90F4-0393F32A68E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0669D55-278E-448A-A00E-F7F551169C1A}">
      <dgm:prSet phldrT="[テキスト]" phldr="0"/>
      <dgm:spPr/>
      <dgm:t>
        <a:bodyPr/>
        <a:lstStyle/>
        <a:p>
          <a:r>
            <a:rPr kumimoji="1" lang="en-US" altLang="ja-JP" dirty="0"/>
            <a:t>Program</a:t>
          </a:r>
          <a:endParaRPr kumimoji="1" lang="ja-JP" altLang="en-US" dirty="0"/>
        </a:p>
      </dgm:t>
    </dgm:pt>
    <dgm:pt modelId="{61ADCAE8-991F-468A-A4FD-9869C24BD6A1}" type="parTrans" cxnId="{496C5EE0-E901-40F8-B183-BF7590AD4FAD}">
      <dgm:prSet/>
      <dgm:spPr/>
      <dgm:t>
        <a:bodyPr/>
        <a:lstStyle/>
        <a:p>
          <a:endParaRPr kumimoji="1" lang="ja-JP" altLang="en-US"/>
        </a:p>
      </dgm:t>
    </dgm:pt>
    <dgm:pt modelId="{CCE402B2-51FA-4BAD-AB43-FAF4B73C44A9}" type="sibTrans" cxnId="{496C5EE0-E901-40F8-B183-BF7590AD4FAD}">
      <dgm:prSet/>
      <dgm:spPr/>
      <dgm:t>
        <a:bodyPr/>
        <a:lstStyle/>
        <a:p>
          <a:endParaRPr kumimoji="1" lang="ja-JP" altLang="en-US"/>
        </a:p>
      </dgm:t>
    </dgm:pt>
    <dgm:pt modelId="{4252A80B-05B3-4F69-A6C3-A9E10B545F7B}">
      <dgm:prSet phldrT="[テキスト]"/>
      <dgm:spPr/>
      <dgm:t>
        <a:bodyPr/>
        <a:lstStyle/>
        <a:p>
          <a:pPr>
            <a:buNone/>
          </a:pPr>
          <a:r>
            <a:rPr lang="ja-JP" b="0" dirty="0"/>
            <a:t>VariableDeclaration</a:t>
          </a:r>
          <a:endParaRPr kumimoji="1" lang="ja-JP" altLang="en-US" dirty="0"/>
        </a:p>
      </dgm:t>
    </dgm:pt>
    <dgm:pt modelId="{F4B26C2F-A43A-4C84-B986-AE279A8D5106}" type="parTrans" cxnId="{EF58E396-AB36-43D9-AF27-6EF90BE4A0AE}">
      <dgm:prSet/>
      <dgm:spPr/>
      <dgm:t>
        <a:bodyPr/>
        <a:lstStyle/>
        <a:p>
          <a:endParaRPr kumimoji="1" lang="ja-JP" altLang="en-US"/>
        </a:p>
      </dgm:t>
    </dgm:pt>
    <dgm:pt modelId="{A03636AE-F2DB-4333-8113-1DFB8BCAD599}" type="sibTrans" cxnId="{EF58E396-AB36-43D9-AF27-6EF90BE4A0AE}">
      <dgm:prSet/>
      <dgm:spPr/>
      <dgm:t>
        <a:bodyPr/>
        <a:lstStyle/>
        <a:p>
          <a:endParaRPr kumimoji="1" lang="ja-JP" altLang="en-US"/>
        </a:p>
      </dgm:t>
    </dgm:pt>
    <dgm:pt modelId="{DA788C11-FE70-40D2-A45D-3698CBA4D84B}">
      <dgm:prSet phldrT="[テキスト]"/>
      <dgm:spPr/>
      <dgm:t>
        <a:bodyPr/>
        <a:lstStyle/>
        <a:p>
          <a:pPr>
            <a:buNone/>
          </a:pPr>
          <a:r>
            <a:rPr lang="ja-JP" b="0" dirty="0"/>
            <a:t>ExpressionStatement</a:t>
          </a:r>
          <a:endParaRPr kumimoji="1" lang="ja-JP" altLang="en-US" dirty="0"/>
        </a:p>
      </dgm:t>
    </dgm:pt>
    <dgm:pt modelId="{AD926E2D-B880-404F-B9C2-ADD0FC15F2E9}" type="parTrans" cxnId="{36103916-D225-4F49-B864-9525B2A2D54C}">
      <dgm:prSet/>
      <dgm:spPr/>
      <dgm:t>
        <a:bodyPr/>
        <a:lstStyle/>
        <a:p>
          <a:endParaRPr kumimoji="1" lang="ja-JP" altLang="en-US"/>
        </a:p>
      </dgm:t>
    </dgm:pt>
    <dgm:pt modelId="{AEB84AF8-B076-4E27-AC62-D6586AFC8B46}" type="sibTrans" cxnId="{36103916-D225-4F49-B864-9525B2A2D54C}">
      <dgm:prSet/>
      <dgm:spPr/>
      <dgm:t>
        <a:bodyPr/>
        <a:lstStyle/>
        <a:p>
          <a:endParaRPr kumimoji="1" lang="ja-JP" altLang="en-US"/>
        </a:p>
      </dgm:t>
    </dgm:pt>
    <dgm:pt modelId="{98F70F50-58DC-463A-9395-9B4F1685B2C9}">
      <dgm:prSet phldrT="[テキスト]"/>
      <dgm:spPr/>
      <dgm:t>
        <a:bodyPr/>
        <a:lstStyle/>
        <a:p>
          <a:pPr>
            <a:buNone/>
          </a:pPr>
          <a:r>
            <a:rPr lang="ja-JP" b="0" dirty="0"/>
            <a:t>ExpressionStatement</a:t>
          </a:r>
          <a:endParaRPr kumimoji="1" lang="ja-JP" altLang="en-US" dirty="0"/>
        </a:p>
      </dgm:t>
    </dgm:pt>
    <dgm:pt modelId="{14E2977D-4BE0-412B-B6B0-47485F27CC86}" type="parTrans" cxnId="{F635B16E-25D7-4834-922D-6769184BE9F1}">
      <dgm:prSet/>
      <dgm:spPr/>
      <dgm:t>
        <a:bodyPr/>
        <a:lstStyle/>
        <a:p>
          <a:endParaRPr kumimoji="1" lang="ja-JP" altLang="en-US"/>
        </a:p>
      </dgm:t>
    </dgm:pt>
    <dgm:pt modelId="{7D769BC0-E557-4FA9-8518-08D94DC4A58C}" type="sibTrans" cxnId="{F635B16E-25D7-4834-922D-6769184BE9F1}">
      <dgm:prSet/>
      <dgm:spPr/>
      <dgm:t>
        <a:bodyPr/>
        <a:lstStyle/>
        <a:p>
          <a:endParaRPr kumimoji="1" lang="ja-JP" altLang="en-US"/>
        </a:p>
      </dgm:t>
    </dgm:pt>
    <dgm:pt modelId="{A2FE40B7-158E-4162-9D42-6BA339046177}">
      <dgm:prSet phldrT="[テキスト]"/>
      <dgm:spPr/>
      <dgm:t>
        <a:bodyPr/>
        <a:lstStyle/>
        <a:p>
          <a:pPr>
            <a:buNone/>
          </a:pPr>
          <a:r>
            <a:rPr lang="ja-JP" b="0" dirty="0"/>
            <a:t>VariableDeclaration</a:t>
          </a:r>
          <a:endParaRPr kumimoji="1" lang="ja-JP" altLang="en-US" dirty="0"/>
        </a:p>
      </dgm:t>
    </dgm:pt>
    <dgm:pt modelId="{392E8D11-E057-4794-8E22-A4861949500A}" type="parTrans" cxnId="{B09C75E4-1C14-471A-9B97-5139B69F86AD}">
      <dgm:prSet/>
      <dgm:spPr/>
      <dgm:t>
        <a:bodyPr/>
        <a:lstStyle/>
        <a:p>
          <a:endParaRPr kumimoji="1" lang="ja-JP" altLang="en-US"/>
        </a:p>
      </dgm:t>
    </dgm:pt>
    <dgm:pt modelId="{416B4AFF-14C9-436B-837D-572518730245}" type="sibTrans" cxnId="{B09C75E4-1C14-471A-9B97-5139B69F86AD}">
      <dgm:prSet/>
      <dgm:spPr/>
      <dgm:t>
        <a:bodyPr/>
        <a:lstStyle/>
        <a:p>
          <a:endParaRPr kumimoji="1" lang="ja-JP" altLang="en-US"/>
        </a:p>
      </dgm:t>
    </dgm:pt>
    <dgm:pt modelId="{EB7E266F-1F7C-41F3-B381-A64DB5598B05}">
      <dgm:prSet phldrT="[テキスト]"/>
      <dgm:spPr/>
      <dgm:t>
        <a:bodyPr/>
        <a:lstStyle/>
        <a:p>
          <a:pPr>
            <a:buNone/>
          </a:pPr>
          <a:r>
            <a:rPr lang="ja-JP" b="0" dirty="0"/>
            <a:t>Identifier</a:t>
          </a:r>
          <a:endParaRPr kumimoji="1" lang="ja-JP" altLang="en-US" dirty="0"/>
        </a:p>
      </dgm:t>
    </dgm:pt>
    <dgm:pt modelId="{E6A1CFE4-5B89-4449-A2A4-A0C7C8B63B51}" type="parTrans" cxnId="{5E964A89-56E7-4978-AB06-B7BB00D71517}">
      <dgm:prSet/>
      <dgm:spPr/>
      <dgm:t>
        <a:bodyPr/>
        <a:lstStyle/>
        <a:p>
          <a:endParaRPr kumimoji="1" lang="ja-JP" altLang="en-US"/>
        </a:p>
      </dgm:t>
    </dgm:pt>
    <dgm:pt modelId="{06C94BC0-43CC-4FED-A306-DA56FB8B3DB9}" type="sibTrans" cxnId="{5E964A89-56E7-4978-AB06-B7BB00D71517}">
      <dgm:prSet/>
      <dgm:spPr/>
      <dgm:t>
        <a:bodyPr/>
        <a:lstStyle/>
        <a:p>
          <a:endParaRPr kumimoji="1" lang="ja-JP" altLang="en-US"/>
        </a:p>
      </dgm:t>
    </dgm:pt>
    <dgm:pt modelId="{C22BBDB2-D4CA-47E8-B87E-771DF3319D2B}">
      <dgm:prSet phldrT="[テキスト]"/>
      <dgm:spPr/>
      <dgm:t>
        <a:bodyPr/>
        <a:lstStyle/>
        <a:p>
          <a:pPr>
            <a:buNone/>
          </a:pPr>
          <a:r>
            <a:rPr lang="ja-JP" b="0" dirty="0"/>
            <a:t>AssignmentExpression</a:t>
          </a:r>
          <a:endParaRPr kumimoji="1" lang="ja-JP" altLang="en-US" dirty="0"/>
        </a:p>
      </dgm:t>
    </dgm:pt>
    <dgm:pt modelId="{7669045A-DBF4-41FF-8D84-372B5752A142}" type="parTrans" cxnId="{538680D6-BB85-46C4-BC35-32FC4D8E3ED5}">
      <dgm:prSet/>
      <dgm:spPr/>
      <dgm:t>
        <a:bodyPr/>
        <a:lstStyle/>
        <a:p>
          <a:endParaRPr kumimoji="1" lang="ja-JP" altLang="en-US"/>
        </a:p>
      </dgm:t>
    </dgm:pt>
    <dgm:pt modelId="{BC2AD83C-17E2-45C7-AE5C-8BC8107EED15}" type="sibTrans" cxnId="{538680D6-BB85-46C4-BC35-32FC4D8E3ED5}">
      <dgm:prSet/>
      <dgm:spPr/>
      <dgm:t>
        <a:bodyPr/>
        <a:lstStyle/>
        <a:p>
          <a:endParaRPr kumimoji="1" lang="ja-JP" altLang="en-US"/>
        </a:p>
      </dgm:t>
    </dgm:pt>
    <dgm:pt modelId="{A6EDBFFB-7FAE-422D-A2DC-70868F7A1FFC}">
      <dgm:prSet phldrT="[テキスト]"/>
      <dgm:spPr/>
      <dgm:t>
        <a:bodyPr/>
        <a:lstStyle/>
        <a:p>
          <a:pPr>
            <a:buNone/>
          </a:pPr>
          <a:r>
            <a:rPr lang="ja-JP" b="0" dirty="0"/>
            <a:t>Identifier</a:t>
          </a:r>
          <a:endParaRPr kumimoji="1" lang="ja-JP" altLang="en-US" dirty="0"/>
        </a:p>
      </dgm:t>
    </dgm:pt>
    <dgm:pt modelId="{C74E52BB-869F-4CDC-850F-D5C01A3A8004}" type="parTrans" cxnId="{20E31156-75E7-4CE6-BE4A-5BE6EFF81CCD}">
      <dgm:prSet/>
      <dgm:spPr/>
      <dgm:t>
        <a:bodyPr/>
        <a:lstStyle/>
        <a:p>
          <a:endParaRPr kumimoji="1" lang="ja-JP" altLang="en-US"/>
        </a:p>
      </dgm:t>
    </dgm:pt>
    <dgm:pt modelId="{529FE818-E58A-469C-81A0-F6F176B8AA61}" type="sibTrans" cxnId="{20E31156-75E7-4CE6-BE4A-5BE6EFF81CCD}">
      <dgm:prSet/>
      <dgm:spPr/>
      <dgm:t>
        <a:bodyPr/>
        <a:lstStyle/>
        <a:p>
          <a:endParaRPr kumimoji="1" lang="ja-JP" altLang="en-US"/>
        </a:p>
      </dgm:t>
    </dgm:pt>
    <dgm:pt modelId="{DCB1D845-9C5B-417D-843C-DB93631920E9}">
      <dgm:prSet phldrT="[テキスト]"/>
      <dgm:spPr/>
      <dgm:t>
        <a:bodyPr/>
        <a:lstStyle/>
        <a:p>
          <a:pPr>
            <a:buNone/>
          </a:pPr>
          <a:r>
            <a:rPr lang="ja-JP" b="0" dirty="0"/>
            <a:t>Literal</a:t>
          </a:r>
          <a:endParaRPr kumimoji="1" lang="ja-JP" altLang="en-US" dirty="0"/>
        </a:p>
      </dgm:t>
    </dgm:pt>
    <dgm:pt modelId="{3E8B62F2-1435-4B19-9CF3-036375B3F3E1}" type="parTrans" cxnId="{34BB2EC6-D6F4-47D8-A54A-1BDA9BC2847E}">
      <dgm:prSet/>
      <dgm:spPr/>
      <dgm:t>
        <a:bodyPr/>
        <a:lstStyle/>
        <a:p>
          <a:endParaRPr kumimoji="1" lang="ja-JP" altLang="en-US"/>
        </a:p>
      </dgm:t>
    </dgm:pt>
    <dgm:pt modelId="{72AC4EBD-66A8-4D2A-B4FC-6BB447D0FC70}" type="sibTrans" cxnId="{34BB2EC6-D6F4-47D8-A54A-1BDA9BC2847E}">
      <dgm:prSet/>
      <dgm:spPr/>
      <dgm:t>
        <a:bodyPr/>
        <a:lstStyle/>
        <a:p>
          <a:endParaRPr kumimoji="1" lang="ja-JP" altLang="en-US"/>
        </a:p>
      </dgm:t>
    </dgm:pt>
    <dgm:pt modelId="{A2D67639-183D-4A9C-A5DC-49C9766E063C}">
      <dgm:prSet phldrT="[テキスト]"/>
      <dgm:spPr/>
      <dgm:t>
        <a:bodyPr/>
        <a:lstStyle/>
        <a:p>
          <a:pPr>
            <a:buNone/>
          </a:pPr>
          <a:r>
            <a:rPr lang="ja-JP" b="0" dirty="0"/>
            <a:t>CallExpression</a:t>
          </a:r>
          <a:endParaRPr kumimoji="1" lang="ja-JP" altLang="en-US" dirty="0"/>
        </a:p>
      </dgm:t>
    </dgm:pt>
    <dgm:pt modelId="{2768D914-EE9B-4D74-83C4-8A8B1A8A1590}" type="parTrans" cxnId="{F40D001C-5E7E-4143-A866-8137F76DFB43}">
      <dgm:prSet/>
      <dgm:spPr/>
      <dgm:t>
        <a:bodyPr/>
        <a:lstStyle/>
        <a:p>
          <a:endParaRPr kumimoji="1" lang="ja-JP" altLang="en-US"/>
        </a:p>
      </dgm:t>
    </dgm:pt>
    <dgm:pt modelId="{D801DA33-B3AC-4ACB-9DF0-6CC70CFBBE30}" type="sibTrans" cxnId="{F40D001C-5E7E-4143-A866-8137F76DFB43}">
      <dgm:prSet/>
      <dgm:spPr/>
      <dgm:t>
        <a:bodyPr/>
        <a:lstStyle/>
        <a:p>
          <a:endParaRPr kumimoji="1" lang="ja-JP" altLang="en-US"/>
        </a:p>
      </dgm:t>
    </dgm:pt>
    <dgm:pt modelId="{510EC109-8B1C-4B21-948B-5B26C85B31CF}">
      <dgm:prSet phldrT="[テキスト]"/>
      <dgm:spPr/>
      <dgm:t>
        <a:bodyPr/>
        <a:lstStyle/>
        <a:p>
          <a:pPr>
            <a:buNone/>
          </a:pPr>
          <a:r>
            <a:rPr lang="en-US" altLang="ja-JP" b="0" dirty="0"/>
            <a:t>Identifier</a:t>
          </a:r>
          <a:endParaRPr kumimoji="1" lang="ja-JP" altLang="en-US" dirty="0"/>
        </a:p>
      </dgm:t>
    </dgm:pt>
    <dgm:pt modelId="{70FA06A1-F133-4FAF-8ACF-A56ABDA10C24}" type="parTrans" cxnId="{D45FA37C-2C6E-457B-835C-5B9DCA4B6C81}">
      <dgm:prSet/>
      <dgm:spPr/>
      <dgm:t>
        <a:bodyPr/>
        <a:lstStyle/>
        <a:p>
          <a:endParaRPr kumimoji="1" lang="ja-JP" altLang="en-US"/>
        </a:p>
      </dgm:t>
    </dgm:pt>
    <dgm:pt modelId="{B40F4BE3-1564-4FAF-9F4C-8CF78B591C4A}" type="sibTrans" cxnId="{D45FA37C-2C6E-457B-835C-5B9DCA4B6C81}">
      <dgm:prSet/>
      <dgm:spPr/>
      <dgm:t>
        <a:bodyPr/>
        <a:lstStyle/>
        <a:p>
          <a:endParaRPr kumimoji="1" lang="ja-JP" altLang="en-US"/>
        </a:p>
      </dgm:t>
    </dgm:pt>
    <dgm:pt modelId="{3145E530-AF86-48F3-8B1B-4DB9B982B0DA}">
      <dgm:prSet phldrT="[テキスト]"/>
      <dgm:spPr/>
      <dgm:t>
        <a:bodyPr/>
        <a:lstStyle/>
        <a:p>
          <a:pPr>
            <a:buNone/>
          </a:pPr>
          <a:r>
            <a:rPr lang="ja-JP" b="0" dirty="0"/>
            <a:t>Identifier</a:t>
          </a:r>
          <a:endParaRPr lang="en-US" altLang="ja-JP" b="0" dirty="0"/>
        </a:p>
      </dgm:t>
    </dgm:pt>
    <dgm:pt modelId="{36766437-DD9E-46BC-8239-A5B61E1A5706}" type="parTrans" cxnId="{5BE1C6A1-A73B-439F-B27E-97D20E869B77}">
      <dgm:prSet/>
      <dgm:spPr/>
      <dgm:t>
        <a:bodyPr/>
        <a:lstStyle/>
        <a:p>
          <a:endParaRPr kumimoji="1" lang="ja-JP" altLang="en-US"/>
        </a:p>
      </dgm:t>
    </dgm:pt>
    <dgm:pt modelId="{282A8F69-CADB-4FD6-AF3C-3BF77F6BC577}" type="sibTrans" cxnId="{5BE1C6A1-A73B-439F-B27E-97D20E869B77}">
      <dgm:prSet/>
      <dgm:spPr/>
      <dgm:t>
        <a:bodyPr/>
        <a:lstStyle/>
        <a:p>
          <a:endParaRPr kumimoji="1" lang="ja-JP" altLang="en-US"/>
        </a:p>
      </dgm:t>
    </dgm:pt>
    <dgm:pt modelId="{BFC32289-41B3-47AE-9B52-C613B60468F7}">
      <dgm:prSet phldrT="[テキスト]"/>
      <dgm:spPr/>
      <dgm:t>
        <a:bodyPr/>
        <a:lstStyle/>
        <a:p>
          <a:pPr>
            <a:buNone/>
          </a:pPr>
          <a:r>
            <a:rPr lang="ja-JP" b="0" dirty="0"/>
            <a:t>Identifier</a:t>
          </a:r>
          <a:endParaRPr lang="en-US" altLang="ja-JP" b="0" dirty="0"/>
        </a:p>
      </dgm:t>
    </dgm:pt>
    <dgm:pt modelId="{5376AE0C-EE04-44D3-9699-3F7248B07AB5}" type="parTrans" cxnId="{086BB886-C848-4499-A133-AF35843B01E5}">
      <dgm:prSet/>
      <dgm:spPr/>
      <dgm:t>
        <a:bodyPr/>
        <a:lstStyle/>
        <a:p>
          <a:endParaRPr kumimoji="1" lang="ja-JP" altLang="en-US"/>
        </a:p>
      </dgm:t>
    </dgm:pt>
    <dgm:pt modelId="{E64EE638-41BF-44FC-8997-B485655F4B21}" type="sibTrans" cxnId="{086BB886-C848-4499-A133-AF35843B01E5}">
      <dgm:prSet/>
      <dgm:spPr/>
      <dgm:t>
        <a:bodyPr/>
        <a:lstStyle/>
        <a:p>
          <a:endParaRPr kumimoji="1" lang="ja-JP" altLang="en-US"/>
        </a:p>
      </dgm:t>
    </dgm:pt>
    <dgm:pt modelId="{0AD2B46E-B126-4319-97B3-DD58A993C00D}">
      <dgm:prSet phldrT="[テキスト]"/>
      <dgm:spPr/>
      <dgm:t>
        <a:bodyPr/>
        <a:lstStyle/>
        <a:p>
          <a:pPr>
            <a:buNone/>
          </a:pPr>
          <a:r>
            <a:rPr lang="ja-JP" b="0" dirty="0"/>
            <a:t>MemberExpression</a:t>
          </a:r>
          <a:endParaRPr kumimoji="1" lang="ja-JP" altLang="en-US" dirty="0"/>
        </a:p>
      </dgm:t>
    </dgm:pt>
    <dgm:pt modelId="{70291B97-0653-43D3-BB69-01ECCE954D6A}" type="parTrans" cxnId="{BA1815D7-4D8C-47C7-8999-B9837128FABD}">
      <dgm:prSet/>
      <dgm:spPr/>
      <dgm:t>
        <a:bodyPr/>
        <a:lstStyle/>
        <a:p>
          <a:endParaRPr kumimoji="1" lang="ja-JP" altLang="en-US"/>
        </a:p>
      </dgm:t>
    </dgm:pt>
    <dgm:pt modelId="{71277601-CA47-4691-8D0F-5C3B925FA75F}" type="sibTrans" cxnId="{BA1815D7-4D8C-47C7-8999-B9837128FABD}">
      <dgm:prSet/>
      <dgm:spPr/>
      <dgm:t>
        <a:bodyPr/>
        <a:lstStyle/>
        <a:p>
          <a:endParaRPr kumimoji="1" lang="ja-JP" altLang="en-US"/>
        </a:p>
      </dgm:t>
    </dgm:pt>
    <dgm:pt modelId="{1FC26107-86E1-45F6-9362-46482268D7F2}">
      <dgm:prSet phldrT="[テキスト]"/>
      <dgm:spPr/>
      <dgm:t>
        <a:bodyPr/>
        <a:lstStyle/>
        <a:p>
          <a:pPr>
            <a:buNone/>
          </a:pPr>
          <a:endParaRPr lang="en-US" altLang="ja-JP" b="0" dirty="0"/>
        </a:p>
      </dgm:t>
    </dgm:pt>
    <dgm:pt modelId="{EAA6A286-D731-4CFA-919B-0279F69FAA07}" type="parTrans" cxnId="{2E2E9092-657A-4486-B21D-A02892F97760}">
      <dgm:prSet/>
      <dgm:spPr/>
      <dgm:t>
        <a:bodyPr/>
        <a:lstStyle/>
        <a:p>
          <a:endParaRPr kumimoji="1" lang="ja-JP" altLang="en-US"/>
        </a:p>
      </dgm:t>
    </dgm:pt>
    <dgm:pt modelId="{D0A4F802-FA39-420A-BBF6-4737F793850D}" type="sibTrans" cxnId="{2E2E9092-657A-4486-B21D-A02892F97760}">
      <dgm:prSet/>
      <dgm:spPr/>
      <dgm:t>
        <a:bodyPr/>
        <a:lstStyle/>
        <a:p>
          <a:endParaRPr kumimoji="1" lang="ja-JP" altLang="en-US"/>
        </a:p>
      </dgm:t>
    </dgm:pt>
    <dgm:pt modelId="{4DC431FE-0514-4E8B-B9E8-6949BE4A52D4}">
      <dgm:prSet phldrT="[テキスト]"/>
      <dgm:spPr/>
      <dgm:t>
        <a:bodyPr/>
        <a:lstStyle/>
        <a:p>
          <a:pPr>
            <a:buNone/>
          </a:pPr>
          <a:r>
            <a:rPr lang="en-US" altLang="ja-JP" b="0" dirty="0"/>
            <a:t>Identifier</a:t>
          </a:r>
        </a:p>
      </dgm:t>
    </dgm:pt>
    <dgm:pt modelId="{9DAE0A48-CD0E-4471-8D44-A822AE6FF286}" type="sibTrans" cxnId="{860525B2-989C-4FBD-9B50-3D0E8B0D1B06}">
      <dgm:prSet/>
      <dgm:spPr/>
      <dgm:t>
        <a:bodyPr/>
        <a:lstStyle/>
        <a:p>
          <a:endParaRPr kumimoji="1" lang="ja-JP" altLang="en-US"/>
        </a:p>
      </dgm:t>
    </dgm:pt>
    <dgm:pt modelId="{837643FC-40C1-466C-A15A-9E8EF2D58EAB}" type="parTrans" cxnId="{860525B2-989C-4FBD-9B50-3D0E8B0D1B06}">
      <dgm:prSet/>
      <dgm:spPr/>
      <dgm:t>
        <a:bodyPr/>
        <a:lstStyle/>
        <a:p>
          <a:endParaRPr kumimoji="1" lang="ja-JP" altLang="en-US"/>
        </a:p>
      </dgm:t>
    </dgm:pt>
    <dgm:pt modelId="{3DEEF8DD-457F-4D0D-AE14-199CF9DC4C71}">
      <dgm:prSet phldrT="[テキスト]"/>
      <dgm:spPr/>
      <dgm:t>
        <a:bodyPr/>
        <a:lstStyle/>
        <a:p>
          <a:pPr>
            <a:buNone/>
          </a:pPr>
          <a:r>
            <a:rPr kumimoji="1" lang="en-US" altLang="ja-JP" dirty="0"/>
            <a:t>Literal</a:t>
          </a:r>
          <a:endParaRPr kumimoji="1" lang="ja-JP" altLang="en-US" dirty="0"/>
        </a:p>
      </dgm:t>
    </dgm:pt>
    <dgm:pt modelId="{3BFDC03D-14E2-4954-B8D2-DB43DD8C7606}" type="parTrans" cxnId="{4C242467-CDCD-4B7E-BFB9-E06489748057}">
      <dgm:prSet/>
      <dgm:spPr/>
      <dgm:t>
        <a:bodyPr/>
        <a:lstStyle/>
        <a:p>
          <a:endParaRPr kumimoji="1" lang="ja-JP" altLang="en-US"/>
        </a:p>
      </dgm:t>
    </dgm:pt>
    <dgm:pt modelId="{2BE286F5-073C-4704-83AC-7BD872DFAD84}" type="sibTrans" cxnId="{4C242467-CDCD-4B7E-BFB9-E06489748057}">
      <dgm:prSet/>
      <dgm:spPr/>
      <dgm:t>
        <a:bodyPr/>
        <a:lstStyle/>
        <a:p>
          <a:endParaRPr kumimoji="1" lang="ja-JP" altLang="en-US"/>
        </a:p>
      </dgm:t>
    </dgm:pt>
    <dgm:pt modelId="{E4081B1D-C2A9-4365-93C7-D5577416320E}" type="pres">
      <dgm:prSet presAssocID="{F9BC275F-6BD5-42A0-90F4-0393F32A68E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79C5A99-F05C-46D4-BF4A-49F7A28227AF}" type="pres">
      <dgm:prSet presAssocID="{E0669D55-278E-448A-A00E-F7F551169C1A}" presName="hierRoot1" presStyleCnt="0">
        <dgm:presLayoutVars>
          <dgm:hierBranch val="init"/>
        </dgm:presLayoutVars>
      </dgm:prSet>
      <dgm:spPr/>
    </dgm:pt>
    <dgm:pt modelId="{BC4E9FEC-CC87-4401-918E-D0EA2471DF16}" type="pres">
      <dgm:prSet presAssocID="{E0669D55-278E-448A-A00E-F7F551169C1A}" presName="rootComposite1" presStyleCnt="0"/>
      <dgm:spPr/>
    </dgm:pt>
    <dgm:pt modelId="{BCF6228C-AC50-4AF9-ACAD-70B566A399B5}" type="pres">
      <dgm:prSet presAssocID="{E0669D55-278E-448A-A00E-F7F551169C1A}" presName="rootText1" presStyleLbl="node0" presStyleIdx="0" presStyleCnt="1" custLinFactNeighborX="8233" custLinFactNeighborY="-29139">
        <dgm:presLayoutVars>
          <dgm:chPref val="3"/>
        </dgm:presLayoutVars>
      </dgm:prSet>
      <dgm:spPr/>
    </dgm:pt>
    <dgm:pt modelId="{D0D6D18A-CEDA-4403-A06A-F925DB68775D}" type="pres">
      <dgm:prSet presAssocID="{E0669D55-278E-448A-A00E-F7F551169C1A}" presName="rootConnector1" presStyleLbl="node1" presStyleIdx="0" presStyleCnt="0"/>
      <dgm:spPr/>
    </dgm:pt>
    <dgm:pt modelId="{BD5F463A-A47F-47B2-A3DF-4A43FAEF0E1F}" type="pres">
      <dgm:prSet presAssocID="{E0669D55-278E-448A-A00E-F7F551169C1A}" presName="hierChild2" presStyleCnt="0"/>
      <dgm:spPr/>
    </dgm:pt>
    <dgm:pt modelId="{7308A9C9-4990-442A-A441-7EB0A62FD991}" type="pres">
      <dgm:prSet presAssocID="{F4B26C2F-A43A-4C84-B986-AE279A8D5106}" presName="Name37" presStyleLbl="parChTrans1D2" presStyleIdx="0" presStyleCnt="3"/>
      <dgm:spPr/>
    </dgm:pt>
    <dgm:pt modelId="{A32E7C25-6C6C-49B9-886C-625234792DC7}" type="pres">
      <dgm:prSet presAssocID="{4252A80B-05B3-4F69-A6C3-A9E10B545F7B}" presName="hierRoot2" presStyleCnt="0">
        <dgm:presLayoutVars>
          <dgm:hierBranch val="init"/>
        </dgm:presLayoutVars>
      </dgm:prSet>
      <dgm:spPr/>
    </dgm:pt>
    <dgm:pt modelId="{09D69B20-7AC6-40B1-9AE9-B6FEA3D23FA4}" type="pres">
      <dgm:prSet presAssocID="{4252A80B-05B3-4F69-A6C3-A9E10B545F7B}" presName="rootComposite" presStyleCnt="0"/>
      <dgm:spPr/>
    </dgm:pt>
    <dgm:pt modelId="{B61D70DD-369F-44EC-B574-34725D6EAEE2}" type="pres">
      <dgm:prSet presAssocID="{4252A80B-05B3-4F69-A6C3-A9E10B545F7B}" presName="rootText" presStyleLbl="node2" presStyleIdx="0" presStyleCnt="3" custLinFactNeighborX="-40506">
        <dgm:presLayoutVars>
          <dgm:chPref val="3"/>
        </dgm:presLayoutVars>
      </dgm:prSet>
      <dgm:spPr/>
    </dgm:pt>
    <dgm:pt modelId="{BF0882F8-1E3A-43F8-B2F6-689EF8B2B369}" type="pres">
      <dgm:prSet presAssocID="{4252A80B-05B3-4F69-A6C3-A9E10B545F7B}" presName="rootConnector" presStyleLbl="node2" presStyleIdx="0" presStyleCnt="3"/>
      <dgm:spPr/>
    </dgm:pt>
    <dgm:pt modelId="{2D5C080A-3FCC-4C87-85FD-904F77ECC6F3}" type="pres">
      <dgm:prSet presAssocID="{4252A80B-05B3-4F69-A6C3-A9E10B545F7B}" presName="hierChild4" presStyleCnt="0"/>
      <dgm:spPr/>
    </dgm:pt>
    <dgm:pt modelId="{C8267F8A-C0C7-438F-B07C-BDC05739CE1B}" type="pres">
      <dgm:prSet presAssocID="{392E8D11-E057-4794-8E22-A4861949500A}" presName="Name37" presStyleLbl="parChTrans1D3" presStyleIdx="0" presStyleCnt="5"/>
      <dgm:spPr/>
    </dgm:pt>
    <dgm:pt modelId="{A9F6C847-0EFD-42AC-8E86-67A8088BFD34}" type="pres">
      <dgm:prSet presAssocID="{A2FE40B7-158E-4162-9D42-6BA339046177}" presName="hierRoot2" presStyleCnt="0">
        <dgm:presLayoutVars>
          <dgm:hierBranch/>
        </dgm:presLayoutVars>
      </dgm:prSet>
      <dgm:spPr/>
    </dgm:pt>
    <dgm:pt modelId="{7CC4E713-D2E9-4CC4-ABAB-948E3CCF065C}" type="pres">
      <dgm:prSet presAssocID="{A2FE40B7-158E-4162-9D42-6BA339046177}" presName="rootComposite" presStyleCnt="0"/>
      <dgm:spPr/>
    </dgm:pt>
    <dgm:pt modelId="{BE413C76-0E82-40B1-AC03-D25797E6C3C2}" type="pres">
      <dgm:prSet presAssocID="{A2FE40B7-158E-4162-9D42-6BA339046177}" presName="rootText" presStyleLbl="node3" presStyleIdx="0" presStyleCnt="5" custLinFactNeighborX="-40506">
        <dgm:presLayoutVars>
          <dgm:chPref val="3"/>
        </dgm:presLayoutVars>
      </dgm:prSet>
      <dgm:spPr/>
    </dgm:pt>
    <dgm:pt modelId="{4E2139F1-60FE-4621-B783-D46AAD7B68B6}" type="pres">
      <dgm:prSet presAssocID="{A2FE40B7-158E-4162-9D42-6BA339046177}" presName="rootConnector" presStyleLbl="node3" presStyleIdx="0" presStyleCnt="5"/>
      <dgm:spPr/>
    </dgm:pt>
    <dgm:pt modelId="{972E4D2C-3075-46CD-95FC-F3630D0C15E3}" type="pres">
      <dgm:prSet presAssocID="{A2FE40B7-158E-4162-9D42-6BA339046177}" presName="hierChild4" presStyleCnt="0"/>
      <dgm:spPr/>
    </dgm:pt>
    <dgm:pt modelId="{C7122F78-D59D-44D3-807A-FD97D84BA56C}" type="pres">
      <dgm:prSet presAssocID="{E6A1CFE4-5B89-4449-A2A4-A0C7C8B63B51}" presName="Name35" presStyleLbl="parChTrans1D4" presStyleIdx="0" presStyleCnt="8"/>
      <dgm:spPr/>
    </dgm:pt>
    <dgm:pt modelId="{142C4131-3476-4BE5-B56B-393A89B599FF}" type="pres">
      <dgm:prSet presAssocID="{EB7E266F-1F7C-41F3-B381-A64DB5598B05}" presName="hierRoot2" presStyleCnt="0">
        <dgm:presLayoutVars>
          <dgm:hierBranch val="init"/>
        </dgm:presLayoutVars>
      </dgm:prSet>
      <dgm:spPr/>
    </dgm:pt>
    <dgm:pt modelId="{942DFBFF-A1A6-44F6-BE67-B853299D23C0}" type="pres">
      <dgm:prSet presAssocID="{EB7E266F-1F7C-41F3-B381-A64DB5598B05}" presName="rootComposite" presStyleCnt="0"/>
      <dgm:spPr/>
    </dgm:pt>
    <dgm:pt modelId="{DA0F20C9-6EE6-4A2B-A2EC-677A1FA8B671}" type="pres">
      <dgm:prSet presAssocID="{EB7E266F-1F7C-41F3-B381-A64DB5598B05}" presName="rootText" presStyleLbl="node4" presStyleIdx="0" presStyleCnt="8" custLinFactNeighborX="-40506">
        <dgm:presLayoutVars>
          <dgm:chPref val="3"/>
        </dgm:presLayoutVars>
      </dgm:prSet>
      <dgm:spPr/>
    </dgm:pt>
    <dgm:pt modelId="{EC06BA29-7DCC-4AAC-97C6-A0432F03F78D}" type="pres">
      <dgm:prSet presAssocID="{EB7E266F-1F7C-41F3-B381-A64DB5598B05}" presName="rootConnector" presStyleLbl="node4" presStyleIdx="0" presStyleCnt="8"/>
      <dgm:spPr/>
    </dgm:pt>
    <dgm:pt modelId="{356C4D40-1F97-4F55-AFA0-09321CF6E37B}" type="pres">
      <dgm:prSet presAssocID="{EB7E266F-1F7C-41F3-B381-A64DB5598B05}" presName="hierChild4" presStyleCnt="0"/>
      <dgm:spPr/>
    </dgm:pt>
    <dgm:pt modelId="{4086D4BC-68C6-402E-9C7A-9566D64A8B3F}" type="pres">
      <dgm:prSet presAssocID="{EB7E266F-1F7C-41F3-B381-A64DB5598B05}" presName="hierChild5" presStyleCnt="0"/>
      <dgm:spPr/>
    </dgm:pt>
    <dgm:pt modelId="{B9852687-2E50-4FBB-BEB3-AD7607BCD7A2}" type="pres">
      <dgm:prSet presAssocID="{A2FE40B7-158E-4162-9D42-6BA339046177}" presName="hierChild5" presStyleCnt="0"/>
      <dgm:spPr/>
    </dgm:pt>
    <dgm:pt modelId="{96F49067-EE68-4771-9979-AA6357A199DF}" type="pres">
      <dgm:prSet presAssocID="{4252A80B-05B3-4F69-A6C3-A9E10B545F7B}" presName="hierChild5" presStyleCnt="0"/>
      <dgm:spPr/>
    </dgm:pt>
    <dgm:pt modelId="{0AC881A9-1B71-4D9F-BA67-DC78438F7256}" type="pres">
      <dgm:prSet presAssocID="{AD926E2D-B880-404F-B9C2-ADD0FC15F2E9}" presName="Name37" presStyleLbl="parChTrans1D2" presStyleIdx="1" presStyleCnt="3"/>
      <dgm:spPr/>
    </dgm:pt>
    <dgm:pt modelId="{911AFCF8-612A-4BBF-93D0-E22D2861F441}" type="pres">
      <dgm:prSet presAssocID="{DA788C11-FE70-40D2-A45D-3698CBA4D84B}" presName="hierRoot2" presStyleCnt="0">
        <dgm:presLayoutVars>
          <dgm:hierBranch val="init"/>
        </dgm:presLayoutVars>
      </dgm:prSet>
      <dgm:spPr/>
    </dgm:pt>
    <dgm:pt modelId="{50E3B436-7CB3-423D-BDDC-753E54A04B99}" type="pres">
      <dgm:prSet presAssocID="{DA788C11-FE70-40D2-A45D-3698CBA4D84B}" presName="rootComposite" presStyleCnt="0"/>
      <dgm:spPr/>
    </dgm:pt>
    <dgm:pt modelId="{A54E3F3C-F71C-4F01-AEA0-2BB8D27BD540}" type="pres">
      <dgm:prSet presAssocID="{DA788C11-FE70-40D2-A45D-3698CBA4D84B}" presName="rootText" presStyleLbl="node2" presStyleIdx="1" presStyleCnt="3">
        <dgm:presLayoutVars>
          <dgm:chPref val="3"/>
        </dgm:presLayoutVars>
      </dgm:prSet>
      <dgm:spPr/>
    </dgm:pt>
    <dgm:pt modelId="{4F213A4C-667B-4AF9-B9BC-9CAA1452CD5C}" type="pres">
      <dgm:prSet presAssocID="{DA788C11-FE70-40D2-A45D-3698CBA4D84B}" presName="rootConnector" presStyleLbl="node2" presStyleIdx="1" presStyleCnt="3"/>
      <dgm:spPr/>
    </dgm:pt>
    <dgm:pt modelId="{B4C082BA-892A-4EC9-8C1A-85BCAC649359}" type="pres">
      <dgm:prSet presAssocID="{DA788C11-FE70-40D2-A45D-3698CBA4D84B}" presName="hierChild4" presStyleCnt="0"/>
      <dgm:spPr/>
    </dgm:pt>
    <dgm:pt modelId="{C48BDE7E-4D78-4B9C-80F4-4C086BA669F9}" type="pres">
      <dgm:prSet presAssocID="{7669045A-DBF4-41FF-8D84-372B5752A142}" presName="Name37" presStyleLbl="parChTrans1D3" presStyleIdx="1" presStyleCnt="5"/>
      <dgm:spPr/>
    </dgm:pt>
    <dgm:pt modelId="{CFFCC617-2698-4F69-9129-1A585547ECAE}" type="pres">
      <dgm:prSet presAssocID="{C22BBDB2-D4CA-47E8-B87E-771DF3319D2B}" presName="hierRoot2" presStyleCnt="0">
        <dgm:presLayoutVars>
          <dgm:hierBranch val="init"/>
        </dgm:presLayoutVars>
      </dgm:prSet>
      <dgm:spPr/>
    </dgm:pt>
    <dgm:pt modelId="{11DE0D3B-D099-4F98-B8B3-11285E3724CB}" type="pres">
      <dgm:prSet presAssocID="{C22BBDB2-D4CA-47E8-B87E-771DF3319D2B}" presName="rootComposite" presStyleCnt="0"/>
      <dgm:spPr/>
    </dgm:pt>
    <dgm:pt modelId="{982ECB26-CCB6-4CCD-9243-73C64BB95C7F}" type="pres">
      <dgm:prSet presAssocID="{C22BBDB2-D4CA-47E8-B87E-771DF3319D2B}" presName="rootText" presStyleLbl="node3" presStyleIdx="1" presStyleCnt="5">
        <dgm:presLayoutVars>
          <dgm:chPref val="3"/>
        </dgm:presLayoutVars>
      </dgm:prSet>
      <dgm:spPr/>
    </dgm:pt>
    <dgm:pt modelId="{4C51B8AF-8E29-45CE-AFA7-92AC98071272}" type="pres">
      <dgm:prSet presAssocID="{C22BBDB2-D4CA-47E8-B87E-771DF3319D2B}" presName="rootConnector" presStyleLbl="node3" presStyleIdx="1" presStyleCnt="5"/>
      <dgm:spPr/>
    </dgm:pt>
    <dgm:pt modelId="{98AB787A-A9EB-4CC5-AE10-2D57DD50E929}" type="pres">
      <dgm:prSet presAssocID="{C22BBDB2-D4CA-47E8-B87E-771DF3319D2B}" presName="hierChild4" presStyleCnt="0"/>
      <dgm:spPr/>
    </dgm:pt>
    <dgm:pt modelId="{15DEC6A1-B833-4B82-97D4-F322F00B4328}" type="pres">
      <dgm:prSet presAssocID="{C74E52BB-869F-4CDC-850F-D5C01A3A8004}" presName="Name37" presStyleLbl="parChTrans1D4" presStyleIdx="1" presStyleCnt="8"/>
      <dgm:spPr/>
    </dgm:pt>
    <dgm:pt modelId="{E7B2AEA1-41DC-4363-BEF0-4264AE8620FC}" type="pres">
      <dgm:prSet presAssocID="{A6EDBFFB-7FAE-422D-A2DC-70868F7A1FFC}" presName="hierRoot2" presStyleCnt="0">
        <dgm:presLayoutVars>
          <dgm:hierBranch val="init"/>
        </dgm:presLayoutVars>
      </dgm:prSet>
      <dgm:spPr/>
    </dgm:pt>
    <dgm:pt modelId="{5F92B07F-3F58-48FE-ABF0-883523BA6FDA}" type="pres">
      <dgm:prSet presAssocID="{A6EDBFFB-7FAE-422D-A2DC-70868F7A1FFC}" presName="rootComposite" presStyleCnt="0"/>
      <dgm:spPr/>
    </dgm:pt>
    <dgm:pt modelId="{72DE5C14-8D3C-4ABD-AA96-1C52BC2951C3}" type="pres">
      <dgm:prSet presAssocID="{A6EDBFFB-7FAE-422D-A2DC-70868F7A1FFC}" presName="rootText" presStyleLbl="node4" presStyleIdx="1" presStyleCnt="8" custLinFactNeighborX="22823" custLinFactNeighborY="2705">
        <dgm:presLayoutVars>
          <dgm:chPref val="3"/>
        </dgm:presLayoutVars>
      </dgm:prSet>
      <dgm:spPr/>
    </dgm:pt>
    <dgm:pt modelId="{F5CE5E92-7AC0-475B-816E-9A248903F630}" type="pres">
      <dgm:prSet presAssocID="{A6EDBFFB-7FAE-422D-A2DC-70868F7A1FFC}" presName="rootConnector" presStyleLbl="node4" presStyleIdx="1" presStyleCnt="8"/>
      <dgm:spPr/>
    </dgm:pt>
    <dgm:pt modelId="{2768A3BF-24EF-43A7-97F2-BFC8A0D3D780}" type="pres">
      <dgm:prSet presAssocID="{A6EDBFFB-7FAE-422D-A2DC-70868F7A1FFC}" presName="hierChild4" presStyleCnt="0"/>
      <dgm:spPr/>
    </dgm:pt>
    <dgm:pt modelId="{15EA61AD-8E96-4590-AE9F-B75AE64B53A8}" type="pres">
      <dgm:prSet presAssocID="{A6EDBFFB-7FAE-422D-A2DC-70868F7A1FFC}" presName="hierChild5" presStyleCnt="0"/>
      <dgm:spPr/>
    </dgm:pt>
    <dgm:pt modelId="{893DAE3F-57A5-4E45-B8D1-241D7BAD5685}" type="pres">
      <dgm:prSet presAssocID="{3E8B62F2-1435-4B19-9CF3-036375B3F3E1}" presName="Name37" presStyleLbl="parChTrans1D4" presStyleIdx="2" presStyleCnt="8"/>
      <dgm:spPr/>
    </dgm:pt>
    <dgm:pt modelId="{F7B84DD6-00FB-4C8B-B661-9B15EEFF1EFD}" type="pres">
      <dgm:prSet presAssocID="{DCB1D845-9C5B-417D-843C-DB93631920E9}" presName="hierRoot2" presStyleCnt="0">
        <dgm:presLayoutVars>
          <dgm:hierBranch val="init"/>
        </dgm:presLayoutVars>
      </dgm:prSet>
      <dgm:spPr/>
    </dgm:pt>
    <dgm:pt modelId="{DAE36075-A043-4F4A-A655-ED550B6F5A31}" type="pres">
      <dgm:prSet presAssocID="{DCB1D845-9C5B-417D-843C-DB93631920E9}" presName="rootComposite" presStyleCnt="0"/>
      <dgm:spPr/>
    </dgm:pt>
    <dgm:pt modelId="{5E3336C1-FAFA-427E-B03B-376907B8D3BB}" type="pres">
      <dgm:prSet presAssocID="{DCB1D845-9C5B-417D-843C-DB93631920E9}" presName="rootText" presStyleLbl="node4" presStyleIdx="2" presStyleCnt="8" custLinFactNeighborX="22513" custLinFactNeighborY="2186">
        <dgm:presLayoutVars>
          <dgm:chPref val="3"/>
        </dgm:presLayoutVars>
      </dgm:prSet>
      <dgm:spPr/>
    </dgm:pt>
    <dgm:pt modelId="{C031D359-0984-4B0D-8EB7-885B65978F70}" type="pres">
      <dgm:prSet presAssocID="{DCB1D845-9C5B-417D-843C-DB93631920E9}" presName="rootConnector" presStyleLbl="node4" presStyleIdx="2" presStyleCnt="8"/>
      <dgm:spPr/>
    </dgm:pt>
    <dgm:pt modelId="{C7C1A6E9-5479-44CB-97D7-7E4AE89F75F5}" type="pres">
      <dgm:prSet presAssocID="{DCB1D845-9C5B-417D-843C-DB93631920E9}" presName="hierChild4" presStyleCnt="0"/>
      <dgm:spPr/>
    </dgm:pt>
    <dgm:pt modelId="{22143944-F361-407D-B497-D685F1A41CE0}" type="pres">
      <dgm:prSet presAssocID="{3BFDC03D-14E2-4954-B8D2-DB43DD8C7606}" presName="Name37" presStyleLbl="parChTrans1D4" presStyleIdx="3" presStyleCnt="8"/>
      <dgm:spPr/>
    </dgm:pt>
    <dgm:pt modelId="{99A71285-C818-472B-962D-A7157054C719}" type="pres">
      <dgm:prSet presAssocID="{3DEEF8DD-457F-4D0D-AE14-199CF9DC4C71}" presName="hierRoot2" presStyleCnt="0">
        <dgm:presLayoutVars>
          <dgm:hierBranch val="init"/>
        </dgm:presLayoutVars>
      </dgm:prSet>
      <dgm:spPr/>
    </dgm:pt>
    <dgm:pt modelId="{906ACD61-2C4D-40A8-9BE9-5CD3CA3269A1}" type="pres">
      <dgm:prSet presAssocID="{3DEEF8DD-457F-4D0D-AE14-199CF9DC4C71}" presName="rootComposite" presStyleCnt="0"/>
      <dgm:spPr/>
    </dgm:pt>
    <dgm:pt modelId="{51632018-14A4-44FB-9987-E95976AB3F5F}" type="pres">
      <dgm:prSet presAssocID="{3DEEF8DD-457F-4D0D-AE14-199CF9DC4C71}" presName="rootText" presStyleLbl="node4" presStyleIdx="3" presStyleCnt="8" custLinFactY="-40428" custLinFactNeighborX="-2487" custLinFactNeighborY="-100000">
        <dgm:presLayoutVars>
          <dgm:chPref val="3"/>
        </dgm:presLayoutVars>
      </dgm:prSet>
      <dgm:spPr/>
    </dgm:pt>
    <dgm:pt modelId="{4C6F68A4-76B6-4A39-BCD4-E3E953604296}" type="pres">
      <dgm:prSet presAssocID="{3DEEF8DD-457F-4D0D-AE14-199CF9DC4C71}" presName="rootConnector" presStyleLbl="node4" presStyleIdx="3" presStyleCnt="8"/>
      <dgm:spPr/>
    </dgm:pt>
    <dgm:pt modelId="{C40033BC-3603-41EF-8045-9A80DEF94111}" type="pres">
      <dgm:prSet presAssocID="{3DEEF8DD-457F-4D0D-AE14-199CF9DC4C71}" presName="hierChild4" presStyleCnt="0"/>
      <dgm:spPr/>
    </dgm:pt>
    <dgm:pt modelId="{967F19A8-E583-4431-B1AF-9F1A0128BF39}" type="pres">
      <dgm:prSet presAssocID="{3DEEF8DD-457F-4D0D-AE14-199CF9DC4C71}" presName="hierChild5" presStyleCnt="0"/>
      <dgm:spPr/>
    </dgm:pt>
    <dgm:pt modelId="{E03C4F20-F56A-47B7-A627-14CF23F88C52}" type="pres">
      <dgm:prSet presAssocID="{DCB1D845-9C5B-417D-843C-DB93631920E9}" presName="hierChild5" presStyleCnt="0"/>
      <dgm:spPr/>
    </dgm:pt>
    <dgm:pt modelId="{36CBFA45-B004-420F-8E5E-E62C950F85B2}" type="pres">
      <dgm:prSet presAssocID="{C22BBDB2-D4CA-47E8-B87E-771DF3319D2B}" presName="hierChild5" presStyleCnt="0"/>
      <dgm:spPr/>
    </dgm:pt>
    <dgm:pt modelId="{212570D9-AB46-4CD9-83F5-2050C8E9D0DC}" type="pres">
      <dgm:prSet presAssocID="{DA788C11-FE70-40D2-A45D-3698CBA4D84B}" presName="hierChild5" presStyleCnt="0"/>
      <dgm:spPr/>
    </dgm:pt>
    <dgm:pt modelId="{7E3C210A-E761-47CE-B7D2-810EF877AD9F}" type="pres">
      <dgm:prSet presAssocID="{14E2977D-4BE0-412B-B6B0-47485F27CC86}" presName="Name37" presStyleLbl="parChTrans1D2" presStyleIdx="2" presStyleCnt="3"/>
      <dgm:spPr/>
    </dgm:pt>
    <dgm:pt modelId="{1FB6ED10-8096-415C-83F0-9E1C4699713C}" type="pres">
      <dgm:prSet presAssocID="{98F70F50-58DC-463A-9395-9B4F1685B2C9}" presName="hierRoot2" presStyleCnt="0">
        <dgm:presLayoutVars>
          <dgm:hierBranch val="init"/>
        </dgm:presLayoutVars>
      </dgm:prSet>
      <dgm:spPr/>
    </dgm:pt>
    <dgm:pt modelId="{73534A61-C9E0-4576-99AD-E51356D9F123}" type="pres">
      <dgm:prSet presAssocID="{98F70F50-58DC-463A-9395-9B4F1685B2C9}" presName="rootComposite" presStyleCnt="0"/>
      <dgm:spPr/>
    </dgm:pt>
    <dgm:pt modelId="{3C31BD7B-81B2-4E80-BB03-27A04A48DD33}" type="pres">
      <dgm:prSet presAssocID="{98F70F50-58DC-463A-9395-9B4F1685B2C9}" presName="rootText" presStyleLbl="node2" presStyleIdx="2" presStyleCnt="3">
        <dgm:presLayoutVars>
          <dgm:chPref val="3"/>
        </dgm:presLayoutVars>
      </dgm:prSet>
      <dgm:spPr/>
    </dgm:pt>
    <dgm:pt modelId="{980EF9C5-0FF0-4C0B-82C7-B5682011A357}" type="pres">
      <dgm:prSet presAssocID="{98F70F50-58DC-463A-9395-9B4F1685B2C9}" presName="rootConnector" presStyleLbl="node2" presStyleIdx="2" presStyleCnt="3"/>
      <dgm:spPr/>
    </dgm:pt>
    <dgm:pt modelId="{2D1BD92B-8487-4217-A8C6-31C6F77ED8CF}" type="pres">
      <dgm:prSet presAssocID="{98F70F50-58DC-463A-9395-9B4F1685B2C9}" presName="hierChild4" presStyleCnt="0"/>
      <dgm:spPr/>
    </dgm:pt>
    <dgm:pt modelId="{8FF3864A-BCC1-423C-B2F3-27B0EF7C9207}" type="pres">
      <dgm:prSet presAssocID="{2768D914-EE9B-4D74-83C4-8A8B1A8A1590}" presName="Name37" presStyleLbl="parChTrans1D3" presStyleIdx="2" presStyleCnt="5"/>
      <dgm:spPr/>
    </dgm:pt>
    <dgm:pt modelId="{CFB7511D-DE28-4825-860C-A6F098E42780}" type="pres">
      <dgm:prSet presAssocID="{A2D67639-183D-4A9C-A5DC-49C9766E063C}" presName="hierRoot2" presStyleCnt="0">
        <dgm:presLayoutVars>
          <dgm:hierBranch val="init"/>
        </dgm:presLayoutVars>
      </dgm:prSet>
      <dgm:spPr/>
    </dgm:pt>
    <dgm:pt modelId="{18163229-76C4-4B90-A340-460490AFE885}" type="pres">
      <dgm:prSet presAssocID="{A2D67639-183D-4A9C-A5DC-49C9766E063C}" presName="rootComposite" presStyleCnt="0"/>
      <dgm:spPr/>
    </dgm:pt>
    <dgm:pt modelId="{B0586E92-9872-491A-B903-EF1E3BABCD0B}" type="pres">
      <dgm:prSet presAssocID="{A2D67639-183D-4A9C-A5DC-49C9766E063C}" presName="rootText" presStyleLbl="node3" presStyleIdx="2" presStyleCnt="5" custLinFactNeighborX="33308" custLinFactNeighborY="2818">
        <dgm:presLayoutVars>
          <dgm:chPref val="3"/>
        </dgm:presLayoutVars>
      </dgm:prSet>
      <dgm:spPr/>
    </dgm:pt>
    <dgm:pt modelId="{71788BBA-0FC9-4B6F-8930-C869D28D7AE7}" type="pres">
      <dgm:prSet presAssocID="{A2D67639-183D-4A9C-A5DC-49C9766E063C}" presName="rootConnector" presStyleLbl="node3" presStyleIdx="2" presStyleCnt="5"/>
      <dgm:spPr/>
    </dgm:pt>
    <dgm:pt modelId="{24DEB2D3-263E-40DB-8979-4EB6E9FD2768}" type="pres">
      <dgm:prSet presAssocID="{A2D67639-183D-4A9C-A5DC-49C9766E063C}" presName="hierChild4" presStyleCnt="0"/>
      <dgm:spPr/>
    </dgm:pt>
    <dgm:pt modelId="{556D60B8-53EE-40AC-A5CA-15CACD4C1222}" type="pres">
      <dgm:prSet presAssocID="{A2D67639-183D-4A9C-A5DC-49C9766E063C}" presName="hierChild5" presStyleCnt="0"/>
      <dgm:spPr/>
    </dgm:pt>
    <dgm:pt modelId="{9F7EC380-CB2F-4D01-91E0-E49DC6979E71}" type="pres">
      <dgm:prSet presAssocID="{70FA06A1-F133-4FAF-8ACF-A56ABDA10C24}" presName="Name37" presStyleLbl="parChTrans1D3" presStyleIdx="3" presStyleCnt="5"/>
      <dgm:spPr/>
    </dgm:pt>
    <dgm:pt modelId="{1D4E2119-5D1C-43ED-B12F-C7E84AC5ED1B}" type="pres">
      <dgm:prSet presAssocID="{510EC109-8B1C-4B21-948B-5B26C85B31CF}" presName="hierRoot2" presStyleCnt="0">
        <dgm:presLayoutVars>
          <dgm:hierBranch val="init"/>
        </dgm:presLayoutVars>
      </dgm:prSet>
      <dgm:spPr/>
    </dgm:pt>
    <dgm:pt modelId="{221542F0-192A-49AF-8237-48629B5056E0}" type="pres">
      <dgm:prSet presAssocID="{510EC109-8B1C-4B21-948B-5B26C85B31CF}" presName="rootComposite" presStyleCnt="0"/>
      <dgm:spPr/>
    </dgm:pt>
    <dgm:pt modelId="{2085FF8F-0017-46BC-8036-011FEC2F7571}" type="pres">
      <dgm:prSet presAssocID="{510EC109-8B1C-4B21-948B-5B26C85B31CF}" presName="rootText" presStyleLbl="node3" presStyleIdx="3" presStyleCnt="5" custLinFactNeighborX="23802" custLinFactNeighborY="2818">
        <dgm:presLayoutVars>
          <dgm:chPref val="3"/>
        </dgm:presLayoutVars>
      </dgm:prSet>
      <dgm:spPr/>
    </dgm:pt>
    <dgm:pt modelId="{56AFA79C-8EE0-4387-ABA6-6ABC18124087}" type="pres">
      <dgm:prSet presAssocID="{510EC109-8B1C-4B21-948B-5B26C85B31CF}" presName="rootConnector" presStyleLbl="node3" presStyleIdx="3" presStyleCnt="5"/>
      <dgm:spPr/>
    </dgm:pt>
    <dgm:pt modelId="{4A7A7AF1-AAB8-47CC-9EB5-0C8D3936D574}" type="pres">
      <dgm:prSet presAssocID="{510EC109-8B1C-4B21-948B-5B26C85B31CF}" presName="hierChild4" presStyleCnt="0"/>
      <dgm:spPr/>
    </dgm:pt>
    <dgm:pt modelId="{DC6556E2-44FE-4506-8273-62A7921BA8E8}" type="pres">
      <dgm:prSet presAssocID="{510EC109-8B1C-4B21-948B-5B26C85B31CF}" presName="hierChild5" presStyleCnt="0"/>
      <dgm:spPr/>
    </dgm:pt>
    <dgm:pt modelId="{06012C67-F823-4EA5-A06D-A77AB495B505}" type="pres">
      <dgm:prSet presAssocID="{70291B97-0653-43D3-BB69-01ECCE954D6A}" presName="Name37" presStyleLbl="parChTrans1D3" presStyleIdx="4" presStyleCnt="5"/>
      <dgm:spPr/>
    </dgm:pt>
    <dgm:pt modelId="{656C9BED-AAD9-4515-A180-6D15338FD043}" type="pres">
      <dgm:prSet presAssocID="{0AD2B46E-B126-4319-97B3-DD58A993C00D}" presName="hierRoot2" presStyleCnt="0">
        <dgm:presLayoutVars>
          <dgm:hierBranch val="init"/>
        </dgm:presLayoutVars>
      </dgm:prSet>
      <dgm:spPr/>
    </dgm:pt>
    <dgm:pt modelId="{47AFC271-9B78-40BD-A3D9-725F48F1F08C}" type="pres">
      <dgm:prSet presAssocID="{0AD2B46E-B126-4319-97B3-DD58A993C00D}" presName="rootComposite" presStyleCnt="0"/>
      <dgm:spPr/>
    </dgm:pt>
    <dgm:pt modelId="{D73099EC-A278-4774-87EE-DAD499904C64}" type="pres">
      <dgm:prSet presAssocID="{0AD2B46E-B126-4319-97B3-DD58A993C00D}" presName="rootText" presStyleLbl="node3" presStyleIdx="4" presStyleCnt="5" custLinFactNeighborX="13962" custLinFactNeighborY="2818">
        <dgm:presLayoutVars>
          <dgm:chPref val="3"/>
        </dgm:presLayoutVars>
      </dgm:prSet>
      <dgm:spPr/>
    </dgm:pt>
    <dgm:pt modelId="{941945A0-5F1A-483E-9EF9-5D67F0D9CF36}" type="pres">
      <dgm:prSet presAssocID="{0AD2B46E-B126-4319-97B3-DD58A993C00D}" presName="rootConnector" presStyleLbl="node3" presStyleIdx="4" presStyleCnt="5"/>
      <dgm:spPr/>
    </dgm:pt>
    <dgm:pt modelId="{85032AB6-D281-4C85-BE89-D279F5EB08C4}" type="pres">
      <dgm:prSet presAssocID="{0AD2B46E-B126-4319-97B3-DD58A993C00D}" presName="hierChild4" presStyleCnt="0"/>
      <dgm:spPr/>
    </dgm:pt>
    <dgm:pt modelId="{F587D07B-02BC-4D7B-A4F4-B2BCFE9CAE44}" type="pres">
      <dgm:prSet presAssocID="{36766437-DD9E-46BC-8239-A5B61E1A5706}" presName="Name37" presStyleLbl="parChTrans1D4" presStyleIdx="4" presStyleCnt="8"/>
      <dgm:spPr/>
    </dgm:pt>
    <dgm:pt modelId="{12226A04-B01B-4E0E-A686-699D0EB8FC03}" type="pres">
      <dgm:prSet presAssocID="{3145E530-AF86-48F3-8B1B-4DB9B982B0DA}" presName="hierRoot2" presStyleCnt="0">
        <dgm:presLayoutVars>
          <dgm:hierBranch val="init"/>
        </dgm:presLayoutVars>
      </dgm:prSet>
      <dgm:spPr/>
    </dgm:pt>
    <dgm:pt modelId="{43EDC941-B6F2-49DC-9A2E-4B955902B4E9}" type="pres">
      <dgm:prSet presAssocID="{3145E530-AF86-48F3-8B1B-4DB9B982B0DA}" presName="rootComposite" presStyleCnt="0"/>
      <dgm:spPr/>
    </dgm:pt>
    <dgm:pt modelId="{A174D533-9AEA-479A-8B2B-7A636C87D83C}" type="pres">
      <dgm:prSet presAssocID="{3145E530-AF86-48F3-8B1B-4DB9B982B0DA}" presName="rootText" presStyleLbl="node4" presStyleIdx="4" presStyleCnt="8" custLinFactNeighborX="84392" custLinFactNeighborY="28977">
        <dgm:presLayoutVars>
          <dgm:chPref val="3"/>
        </dgm:presLayoutVars>
      </dgm:prSet>
      <dgm:spPr/>
    </dgm:pt>
    <dgm:pt modelId="{10B50BF5-9423-4F72-A3A9-BD3C8770A4B0}" type="pres">
      <dgm:prSet presAssocID="{3145E530-AF86-48F3-8B1B-4DB9B982B0DA}" presName="rootConnector" presStyleLbl="node4" presStyleIdx="4" presStyleCnt="8"/>
      <dgm:spPr/>
    </dgm:pt>
    <dgm:pt modelId="{FEB26DDD-BFD1-4CD0-AE33-BD469AD06283}" type="pres">
      <dgm:prSet presAssocID="{3145E530-AF86-48F3-8B1B-4DB9B982B0DA}" presName="hierChild4" presStyleCnt="0"/>
      <dgm:spPr/>
    </dgm:pt>
    <dgm:pt modelId="{C5756017-E206-4B34-96D2-9E2E46E409C5}" type="pres">
      <dgm:prSet presAssocID="{3145E530-AF86-48F3-8B1B-4DB9B982B0DA}" presName="hierChild5" presStyleCnt="0"/>
      <dgm:spPr/>
    </dgm:pt>
    <dgm:pt modelId="{B81A6228-F673-4D6D-B9FD-26FA19EDFA7D}" type="pres">
      <dgm:prSet presAssocID="{5376AE0C-EE04-44D3-9699-3F7248B07AB5}" presName="Name37" presStyleLbl="parChTrans1D4" presStyleIdx="5" presStyleCnt="8"/>
      <dgm:spPr/>
    </dgm:pt>
    <dgm:pt modelId="{84D81B32-B9CD-4AB2-A101-4AC05D02633F}" type="pres">
      <dgm:prSet presAssocID="{BFC32289-41B3-47AE-9B52-C613B60468F7}" presName="hierRoot2" presStyleCnt="0">
        <dgm:presLayoutVars>
          <dgm:hierBranch val="init"/>
        </dgm:presLayoutVars>
      </dgm:prSet>
      <dgm:spPr/>
    </dgm:pt>
    <dgm:pt modelId="{A80864B9-E5EA-4F0B-B0C5-3C6C9D05CDC4}" type="pres">
      <dgm:prSet presAssocID="{BFC32289-41B3-47AE-9B52-C613B60468F7}" presName="rootComposite" presStyleCnt="0"/>
      <dgm:spPr/>
    </dgm:pt>
    <dgm:pt modelId="{A9AF9B38-D308-435E-A5CF-DB47AD5F2969}" type="pres">
      <dgm:prSet presAssocID="{BFC32289-41B3-47AE-9B52-C613B60468F7}" presName="rootText" presStyleLbl="node4" presStyleIdx="5" presStyleCnt="8" custLinFactX="11053" custLinFactNeighborX="100000" custLinFactNeighborY="28977">
        <dgm:presLayoutVars>
          <dgm:chPref val="3"/>
        </dgm:presLayoutVars>
      </dgm:prSet>
      <dgm:spPr/>
    </dgm:pt>
    <dgm:pt modelId="{5472E454-F491-40C0-A089-7895283BCC3D}" type="pres">
      <dgm:prSet presAssocID="{BFC32289-41B3-47AE-9B52-C613B60468F7}" presName="rootConnector" presStyleLbl="node4" presStyleIdx="5" presStyleCnt="8"/>
      <dgm:spPr/>
    </dgm:pt>
    <dgm:pt modelId="{BA266297-DB68-4856-8EF0-F2F19196064E}" type="pres">
      <dgm:prSet presAssocID="{BFC32289-41B3-47AE-9B52-C613B60468F7}" presName="hierChild4" presStyleCnt="0"/>
      <dgm:spPr/>
    </dgm:pt>
    <dgm:pt modelId="{493A5339-9585-4040-947C-85F9C54C5C41}" type="pres">
      <dgm:prSet presAssocID="{BFC32289-41B3-47AE-9B52-C613B60468F7}" presName="hierChild5" presStyleCnt="0"/>
      <dgm:spPr/>
    </dgm:pt>
    <dgm:pt modelId="{F353BC25-3C1D-4B4F-B1C3-8E3557088B61}" type="pres">
      <dgm:prSet presAssocID="{EAA6A286-D731-4CFA-919B-0279F69FAA07}" presName="Name37" presStyleLbl="parChTrans1D4" presStyleIdx="6" presStyleCnt="8"/>
      <dgm:spPr/>
    </dgm:pt>
    <dgm:pt modelId="{208E7397-2AD1-4203-9868-88D4C73279F3}" type="pres">
      <dgm:prSet presAssocID="{1FC26107-86E1-45F6-9362-46482268D7F2}" presName="hierRoot2" presStyleCnt="0">
        <dgm:presLayoutVars>
          <dgm:hierBranch val="init"/>
        </dgm:presLayoutVars>
      </dgm:prSet>
      <dgm:spPr/>
    </dgm:pt>
    <dgm:pt modelId="{10D40214-F776-4173-AC33-FEBB447C7492}" type="pres">
      <dgm:prSet presAssocID="{1FC26107-86E1-45F6-9362-46482268D7F2}" presName="rootComposite" presStyleCnt="0"/>
      <dgm:spPr/>
    </dgm:pt>
    <dgm:pt modelId="{437C9ABC-29D9-4972-A645-62A09BFB1ACD}" type="pres">
      <dgm:prSet presAssocID="{1FC26107-86E1-45F6-9362-46482268D7F2}" presName="rootText" presStyleLbl="node4" presStyleIdx="6" presStyleCnt="8" custLinFactNeighborX="-10388" custLinFactNeighborY="28977">
        <dgm:presLayoutVars>
          <dgm:chPref val="3"/>
        </dgm:presLayoutVars>
      </dgm:prSet>
      <dgm:spPr/>
    </dgm:pt>
    <dgm:pt modelId="{82A3557D-178A-4B57-918F-72EC10ABDE07}" type="pres">
      <dgm:prSet presAssocID="{1FC26107-86E1-45F6-9362-46482268D7F2}" presName="rootConnector" presStyleLbl="node4" presStyleIdx="6" presStyleCnt="8"/>
      <dgm:spPr/>
    </dgm:pt>
    <dgm:pt modelId="{527E3241-B22F-40A9-A312-1F88D24EB0F6}" type="pres">
      <dgm:prSet presAssocID="{1FC26107-86E1-45F6-9362-46482268D7F2}" presName="hierChild4" presStyleCnt="0"/>
      <dgm:spPr/>
    </dgm:pt>
    <dgm:pt modelId="{B6A9B02C-5A7B-478C-A8A6-A8B5CA22CE9D}" type="pres">
      <dgm:prSet presAssocID="{837643FC-40C1-466C-A15A-9E8EF2D58EAB}" presName="Name37" presStyleLbl="parChTrans1D4" presStyleIdx="7" presStyleCnt="8"/>
      <dgm:spPr/>
    </dgm:pt>
    <dgm:pt modelId="{279478F1-13E3-4CA6-BA76-2EB694B15D63}" type="pres">
      <dgm:prSet presAssocID="{4DC431FE-0514-4E8B-B9E8-6949BE4A52D4}" presName="hierRoot2" presStyleCnt="0">
        <dgm:presLayoutVars>
          <dgm:hierBranch val="init"/>
        </dgm:presLayoutVars>
      </dgm:prSet>
      <dgm:spPr/>
    </dgm:pt>
    <dgm:pt modelId="{DA027C83-8FC4-4485-906C-D1ABC72FAC9D}" type="pres">
      <dgm:prSet presAssocID="{4DC431FE-0514-4E8B-B9E8-6949BE4A52D4}" presName="rootComposite" presStyleCnt="0"/>
      <dgm:spPr/>
    </dgm:pt>
    <dgm:pt modelId="{3FC9979D-4C05-4DA0-B93F-9B72245C44AE}" type="pres">
      <dgm:prSet presAssocID="{4DC431FE-0514-4E8B-B9E8-6949BE4A52D4}" presName="rootText" presStyleLbl="node4" presStyleIdx="7" presStyleCnt="8" custLinFactY="-13023" custLinFactNeighborX="-35838" custLinFactNeighborY="-100000">
        <dgm:presLayoutVars>
          <dgm:chPref val="3"/>
        </dgm:presLayoutVars>
      </dgm:prSet>
      <dgm:spPr/>
    </dgm:pt>
    <dgm:pt modelId="{98A08AEC-A91F-40F1-9AFA-56BB1B2CDDF7}" type="pres">
      <dgm:prSet presAssocID="{4DC431FE-0514-4E8B-B9E8-6949BE4A52D4}" presName="rootConnector" presStyleLbl="node4" presStyleIdx="7" presStyleCnt="8"/>
      <dgm:spPr/>
    </dgm:pt>
    <dgm:pt modelId="{D72C34C5-F4C0-49D1-B586-702DDF13FA9F}" type="pres">
      <dgm:prSet presAssocID="{4DC431FE-0514-4E8B-B9E8-6949BE4A52D4}" presName="hierChild4" presStyleCnt="0"/>
      <dgm:spPr/>
    </dgm:pt>
    <dgm:pt modelId="{D797BCDB-90E6-4B25-9235-ECD86A3F4A1D}" type="pres">
      <dgm:prSet presAssocID="{4DC431FE-0514-4E8B-B9E8-6949BE4A52D4}" presName="hierChild5" presStyleCnt="0"/>
      <dgm:spPr/>
    </dgm:pt>
    <dgm:pt modelId="{B581083E-37E8-4A3B-9FB0-9AEB0589E452}" type="pres">
      <dgm:prSet presAssocID="{1FC26107-86E1-45F6-9362-46482268D7F2}" presName="hierChild5" presStyleCnt="0"/>
      <dgm:spPr/>
    </dgm:pt>
    <dgm:pt modelId="{97D900B3-4A8C-4F41-9CA2-C1034F38A925}" type="pres">
      <dgm:prSet presAssocID="{0AD2B46E-B126-4319-97B3-DD58A993C00D}" presName="hierChild5" presStyleCnt="0"/>
      <dgm:spPr/>
    </dgm:pt>
    <dgm:pt modelId="{056396ED-1688-4005-BB69-E45D7BE6DF2C}" type="pres">
      <dgm:prSet presAssocID="{98F70F50-58DC-463A-9395-9B4F1685B2C9}" presName="hierChild5" presStyleCnt="0"/>
      <dgm:spPr/>
    </dgm:pt>
    <dgm:pt modelId="{EE279D49-62FA-4F70-B6E9-F54D5A2A475D}" type="pres">
      <dgm:prSet presAssocID="{E0669D55-278E-448A-A00E-F7F551169C1A}" presName="hierChild3" presStyleCnt="0"/>
      <dgm:spPr/>
    </dgm:pt>
  </dgm:ptLst>
  <dgm:cxnLst>
    <dgm:cxn modelId="{F4ED6607-4905-41E4-AC01-E6D1D5748820}" type="presOf" srcId="{DA788C11-FE70-40D2-A45D-3698CBA4D84B}" destId="{A54E3F3C-F71C-4F01-AEA0-2BB8D27BD540}" srcOrd="0" destOrd="0" presId="urn:microsoft.com/office/officeart/2005/8/layout/orgChart1"/>
    <dgm:cxn modelId="{823FB908-EED9-4E28-9A77-E69108681CDA}" type="presOf" srcId="{2768D914-EE9B-4D74-83C4-8A8B1A8A1590}" destId="{8FF3864A-BCC1-423C-B2F3-27B0EF7C9207}" srcOrd="0" destOrd="0" presId="urn:microsoft.com/office/officeart/2005/8/layout/orgChart1"/>
    <dgm:cxn modelId="{D7EA0B09-26B8-454F-B101-6D06C36E4163}" type="presOf" srcId="{4DC431FE-0514-4E8B-B9E8-6949BE4A52D4}" destId="{3FC9979D-4C05-4DA0-B93F-9B72245C44AE}" srcOrd="0" destOrd="0" presId="urn:microsoft.com/office/officeart/2005/8/layout/orgChart1"/>
    <dgm:cxn modelId="{ADD42814-E92C-4329-AAC9-D4139822A8F3}" type="presOf" srcId="{3145E530-AF86-48F3-8B1B-4DB9B982B0DA}" destId="{A174D533-9AEA-479A-8B2B-7A636C87D83C}" srcOrd="0" destOrd="0" presId="urn:microsoft.com/office/officeart/2005/8/layout/orgChart1"/>
    <dgm:cxn modelId="{732C7015-2E2E-48DF-971F-C0B53F35981D}" type="presOf" srcId="{3DEEF8DD-457F-4D0D-AE14-199CF9DC4C71}" destId="{4C6F68A4-76B6-4A39-BCD4-E3E953604296}" srcOrd="1" destOrd="0" presId="urn:microsoft.com/office/officeart/2005/8/layout/orgChart1"/>
    <dgm:cxn modelId="{36103916-D225-4F49-B864-9525B2A2D54C}" srcId="{E0669D55-278E-448A-A00E-F7F551169C1A}" destId="{DA788C11-FE70-40D2-A45D-3698CBA4D84B}" srcOrd="1" destOrd="0" parTransId="{AD926E2D-B880-404F-B9C2-ADD0FC15F2E9}" sibTransId="{AEB84AF8-B076-4E27-AC62-D6586AFC8B46}"/>
    <dgm:cxn modelId="{F40D001C-5E7E-4143-A866-8137F76DFB43}" srcId="{98F70F50-58DC-463A-9395-9B4F1685B2C9}" destId="{A2D67639-183D-4A9C-A5DC-49C9766E063C}" srcOrd="0" destOrd="0" parTransId="{2768D914-EE9B-4D74-83C4-8A8B1A8A1590}" sibTransId="{D801DA33-B3AC-4ACB-9DF0-6CC70CFBBE30}"/>
    <dgm:cxn modelId="{6FDA411E-793E-4E24-975E-4D53A60BA907}" type="presOf" srcId="{A2FE40B7-158E-4162-9D42-6BA339046177}" destId="{BE413C76-0E82-40B1-AC03-D25797E6C3C2}" srcOrd="0" destOrd="0" presId="urn:microsoft.com/office/officeart/2005/8/layout/orgChart1"/>
    <dgm:cxn modelId="{FCCD3B21-081D-4DF6-BD87-9AAD4EAF5D56}" type="presOf" srcId="{98F70F50-58DC-463A-9395-9B4F1685B2C9}" destId="{3C31BD7B-81B2-4E80-BB03-27A04A48DD33}" srcOrd="0" destOrd="0" presId="urn:microsoft.com/office/officeart/2005/8/layout/orgChart1"/>
    <dgm:cxn modelId="{6E6A5B22-C781-476C-BE49-E4F80F269680}" type="presOf" srcId="{E0669D55-278E-448A-A00E-F7F551169C1A}" destId="{BCF6228C-AC50-4AF9-ACAD-70B566A399B5}" srcOrd="0" destOrd="0" presId="urn:microsoft.com/office/officeart/2005/8/layout/orgChart1"/>
    <dgm:cxn modelId="{540C6422-CC7A-4D62-86F4-80D558365781}" type="presOf" srcId="{3145E530-AF86-48F3-8B1B-4DB9B982B0DA}" destId="{10B50BF5-9423-4F72-A3A9-BD3C8770A4B0}" srcOrd="1" destOrd="0" presId="urn:microsoft.com/office/officeart/2005/8/layout/orgChart1"/>
    <dgm:cxn modelId="{436DD022-5559-4153-BF5D-99B5C64B6164}" type="presOf" srcId="{70291B97-0653-43D3-BB69-01ECCE954D6A}" destId="{06012C67-F823-4EA5-A06D-A77AB495B505}" srcOrd="0" destOrd="0" presId="urn:microsoft.com/office/officeart/2005/8/layout/orgChart1"/>
    <dgm:cxn modelId="{DEC43324-837F-4C59-913F-47B0461FAAC4}" type="presOf" srcId="{DCB1D845-9C5B-417D-843C-DB93631920E9}" destId="{5E3336C1-FAFA-427E-B03B-376907B8D3BB}" srcOrd="0" destOrd="0" presId="urn:microsoft.com/office/officeart/2005/8/layout/orgChart1"/>
    <dgm:cxn modelId="{A495F925-A9C5-433E-86F9-DB00D318ED00}" type="presOf" srcId="{A2FE40B7-158E-4162-9D42-6BA339046177}" destId="{4E2139F1-60FE-4621-B783-D46AAD7B68B6}" srcOrd="1" destOrd="0" presId="urn:microsoft.com/office/officeart/2005/8/layout/orgChart1"/>
    <dgm:cxn modelId="{19016A27-E8A3-4FBB-9659-4F501D2D634C}" type="presOf" srcId="{A2D67639-183D-4A9C-A5DC-49C9766E063C}" destId="{B0586E92-9872-491A-B903-EF1E3BABCD0B}" srcOrd="0" destOrd="0" presId="urn:microsoft.com/office/officeart/2005/8/layout/orgChart1"/>
    <dgm:cxn modelId="{B9D1092E-0FF1-4D98-9B18-4763BDBF40F6}" type="presOf" srcId="{3DEEF8DD-457F-4D0D-AE14-199CF9DC4C71}" destId="{51632018-14A4-44FB-9987-E95976AB3F5F}" srcOrd="0" destOrd="0" presId="urn:microsoft.com/office/officeart/2005/8/layout/orgChart1"/>
    <dgm:cxn modelId="{D017533E-9625-4B63-99B7-30AEC1864086}" type="presOf" srcId="{A6EDBFFB-7FAE-422D-A2DC-70868F7A1FFC}" destId="{F5CE5E92-7AC0-475B-816E-9A248903F630}" srcOrd="1" destOrd="0" presId="urn:microsoft.com/office/officeart/2005/8/layout/orgChart1"/>
    <dgm:cxn modelId="{CF45FF3F-A4E2-41AC-931B-5182C9D7C9CE}" type="presOf" srcId="{BFC32289-41B3-47AE-9B52-C613B60468F7}" destId="{5472E454-F491-40C0-A089-7895283BCC3D}" srcOrd="1" destOrd="0" presId="urn:microsoft.com/office/officeart/2005/8/layout/orgChart1"/>
    <dgm:cxn modelId="{79B1005C-9CAA-473E-9A88-0DC38B7B8532}" type="presOf" srcId="{AD926E2D-B880-404F-B9C2-ADD0FC15F2E9}" destId="{0AC881A9-1B71-4D9F-BA67-DC78438F7256}" srcOrd="0" destOrd="0" presId="urn:microsoft.com/office/officeart/2005/8/layout/orgChart1"/>
    <dgm:cxn modelId="{A32BBF5D-A98F-43A7-8518-E422DE78A1F7}" type="presOf" srcId="{7669045A-DBF4-41FF-8D84-372B5752A142}" destId="{C48BDE7E-4D78-4B9C-80F4-4C086BA669F9}" srcOrd="0" destOrd="0" presId="urn:microsoft.com/office/officeart/2005/8/layout/orgChart1"/>
    <dgm:cxn modelId="{5B60D15E-8727-4B2F-9CDD-2F12304CB2CE}" type="presOf" srcId="{C74E52BB-869F-4CDC-850F-D5C01A3A8004}" destId="{15DEC6A1-B833-4B82-97D4-F322F00B4328}" srcOrd="0" destOrd="0" presId="urn:microsoft.com/office/officeart/2005/8/layout/orgChart1"/>
    <dgm:cxn modelId="{3D5A6E5F-66C6-48D4-AC7F-F82FBDA0F123}" type="presOf" srcId="{E0669D55-278E-448A-A00E-F7F551169C1A}" destId="{D0D6D18A-CEDA-4403-A06A-F925DB68775D}" srcOrd="1" destOrd="0" presId="urn:microsoft.com/office/officeart/2005/8/layout/orgChart1"/>
    <dgm:cxn modelId="{BAB56460-DCE4-440F-A71F-76BADC3C78CD}" type="presOf" srcId="{0AD2B46E-B126-4319-97B3-DD58A993C00D}" destId="{D73099EC-A278-4774-87EE-DAD499904C64}" srcOrd="0" destOrd="0" presId="urn:microsoft.com/office/officeart/2005/8/layout/orgChart1"/>
    <dgm:cxn modelId="{8B356C64-E9FE-4CF7-BF74-C596FE2E2F6D}" type="presOf" srcId="{DA788C11-FE70-40D2-A45D-3698CBA4D84B}" destId="{4F213A4C-667B-4AF9-B9BC-9CAA1452CD5C}" srcOrd="1" destOrd="0" presId="urn:microsoft.com/office/officeart/2005/8/layout/orgChart1"/>
    <dgm:cxn modelId="{4C242467-CDCD-4B7E-BFB9-E06489748057}" srcId="{DCB1D845-9C5B-417D-843C-DB93631920E9}" destId="{3DEEF8DD-457F-4D0D-AE14-199CF9DC4C71}" srcOrd="0" destOrd="0" parTransId="{3BFDC03D-14E2-4954-B8D2-DB43DD8C7606}" sibTransId="{2BE286F5-073C-4704-83AC-7BD872DFAD84}"/>
    <dgm:cxn modelId="{EA821948-79CE-4972-828A-BDF968E089D8}" type="presOf" srcId="{C22BBDB2-D4CA-47E8-B87E-771DF3319D2B}" destId="{4C51B8AF-8E29-45CE-AFA7-92AC98071272}" srcOrd="1" destOrd="0" presId="urn:microsoft.com/office/officeart/2005/8/layout/orgChart1"/>
    <dgm:cxn modelId="{F635B16E-25D7-4834-922D-6769184BE9F1}" srcId="{E0669D55-278E-448A-A00E-F7F551169C1A}" destId="{98F70F50-58DC-463A-9395-9B4F1685B2C9}" srcOrd="2" destOrd="0" parTransId="{14E2977D-4BE0-412B-B6B0-47485F27CC86}" sibTransId="{7D769BC0-E557-4FA9-8518-08D94DC4A58C}"/>
    <dgm:cxn modelId="{76441754-B090-485A-B88F-B00E70416FB7}" type="presOf" srcId="{E6A1CFE4-5B89-4449-A2A4-A0C7C8B63B51}" destId="{C7122F78-D59D-44D3-807A-FD97D84BA56C}" srcOrd="0" destOrd="0" presId="urn:microsoft.com/office/officeart/2005/8/layout/orgChart1"/>
    <dgm:cxn modelId="{20E31156-75E7-4CE6-BE4A-5BE6EFF81CCD}" srcId="{C22BBDB2-D4CA-47E8-B87E-771DF3319D2B}" destId="{A6EDBFFB-7FAE-422D-A2DC-70868F7A1FFC}" srcOrd="0" destOrd="0" parTransId="{C74E52BB-869F-4CDC-850F-D5C01A3A8004}" sibTransId="{529FE818-E58A-469C-81A0-F6F176B8AA61}"/>
    <dgm:cxn modelId="{4A4C7F76-2FBD-4AF5-B863-A6394B69F426}" type="presOf" srcId="{3E8B62F2-1435-4B19-9CF3-036375B3F3E1}" destId="{893DAE3F-57A5-4E45-B8D1-241D7BAD5685}" srcOrd="0" destOrd="0" presId="urn:microsoft.com/office/officeart/2005/8/layout/orgChart1"/>
    <dgm:cxn modelId="{D45FA37C-2C6E-457B-835C-5B9DCA4B6C81}" srcId="{98F70F50-58DC-463A-9395-9B4F1685B2C9}" destId="{510EC109-8B1C-4B21-948B-5B26C85B31CF}" srcOrd="1" destOrd="0" parTransId="{70FA06A1-F133-4FAF-8ACF-A56ABDA10C24}" sibTransId="{B40F4BE3-1564-4FAF-9F4C-8CF78B591C4A}"/>
    <dgm:cxn modelId="{D12BA27F-4C5B-4087-9DCC-3C60A28DDBC4}" type="presOf" srcId="{3BFDC03D-14E2-4954-B8D2-DB43DD8C7606}" destId="{22143944-F361-407D-B497-D685F1A41CE0}" srcOrd="0" destOrd="0" presId="urn:microsoft.com/office/officeart/2005/8/layout/orgChart1"/>
    <dgm:cxn modelId="{B9901785-7918-47E4-B9C9-B20CBB2852EC}" type="presOf" srcId="{F9BC275F-6BD5-42A0-90F4-0393F32A68E8}" destId="{E4081B1D-C2A9-4365-93C7-D5577416320E}" srcOrd="0" destOrd="0" presId="urn:microsoft.com/office/officeart/2005/8/layout/orgChart1"/>
    <dgm:cxn modelId="{086BB886-C848-4499-A133-AF35843B01E5}" srcId="{0AD2B46E-B126-4319-97B3-DD58A993C00D}" destId="{BFC32289-41B3-47AE-9B52-C613B60468F7}" srcOrd="1" destOrd="0" parTransId="{5376AE0C-EE04-44D3-9699-3F7248B07AB5}" sibTransId="{E64EE638-41BF-44FC-8997-B485655F4B21}"/>
    <dgm:cxn modelId="{5E964A89-56E7-4978-AB06-B7BB00D71517}" srcId="{A2FE40B7-158E-4162-9D42-6BA339046177}" destId="{EB7E266F-1F7C-41F3-B381-A64DB5598B05}" srcOrd="0" destOrd="0" parTransId="{E6A1CFE4-5B89-4449-A2A4-A0C7C8B63B51}" sibTransId="{06C94BC0-43CC-4FED-A306-DA56FB8B3DB9}"/>
    <dgm:cxn modelId="{74EBE88C-8440-41ED-B04C-F797D73BAC28}" type="presOf" srcId="{DCB1D845-9C5B-417D-843C-DB93631920E9}" destId="{C031D359-0984-4B0D-8EB7-885B65978F70}" srcOrd="1" destOrd="0" presId="urn:microsoft.com/office/officeart/2005/8/layout/orgChart1"/>
    <dgm:cxn modelId="{CDC5098D-42FA-4B86-B0A4-D19CE3F9D56E}" type="presOf" srcId="{4252A80B-05B3-4F69-A6C3-A9E10B545F7B}" destId="{BF0882F8-1E3A-43F8-B2F6-689EF8B2B369}" srcOrd="1" destOrd="0" presId="urn:microsoft.com/office/officeart/2005/8/layout/orgChart1"/>
    <dgm:cxn modelId="{FDB8C990-8D34-4C88-B923-D21B5300A615}" type="presOf" srcId="{70FA06A1-F133-4FAF-8ACF-A56ABDA10C24}" destId="{9F7EC380-CB2F-4D01-91E0-E49DC6979E71}" srcOrd="0" destOrd="0" presId="urn:microsoft.com/office/officeart/2005/8/layout/orgChart1"/>
    <dgm:cxn modelId="{2E2E9092-657A-4486-B21D-A02892F97760}" srcId="{0AD2B46E-B126-4319-97B3-DD58A993C00D}" destId="{1FC26107-86E1-45F6-9362-46482268D7F2}" srcOrd="2" destOrd="0" parTransId="{EAA6A286-D731-4CFA-919B-0279F69FAA07}" sibTransId="{D0A4F802-FA39-420A-BBF6-4737F793850D}"/>
    <dgm:cxn modelId="{EF58E396-AB36-43D9-AF27-6EF90BE4A0AE}" srcId="{E0669D55-278E-448A-A00E-F7F551169C1A}" destId="{4252A80B-05B3-4F69-A6C3-A9E10B545F7B}" srcOrd="0" destOrd="0" parTransId="{F4B26C2F-A43A-4C84-B986-AE279A8D5106}" sibTransId="{A03636AE-F2DB-4333-8113-1DFB8BCAD599}"/>
    <dgm:cxn modelId="{7ED37B9B-7735-4097-BB60-9FD261FD76C9}" type="presOf" srcId="{F4B26C2F-A43A-4C84-B986-AE279A8D5106}" destId="{7308A9C9-4990-442A-A441-7EB0A62FD991}" srcOrd="0" destOrd="0" presId="urn:microsoft.com/office/officeart/2005/8/layout/orgChart1"/>
    <dgm:cxn modelId="{47D2A89C-61FD-47DF-A974-DCDE3D150A30}" type="presOf" srcId="{392E8D11-E057-4794-8E22-A4861949500A}" destId="{C8267F8A-C0C7-438F-B07C-BDC05739CE1B}" srcOrd="0" destOrd="0" presId="urn:microsoft.com/office/officeart/2005/8/layout/orgChart1"/>
    <dgm:cxn modelId="{5BE1C6A1-A73B-439F-B27E-97D20E869B77}" srcId="{0AD2B46E-B126-4319-97B3-DD58A993C00D}" destId="{3145E530-AF86-48F3-8B1B-4DB9B982B0DA}" srcOrd="0" destOrd="0" parTransId="{36766437-DD9E-46BC-8239-A5B61E1A5706}" sibTransId="{282A8F69-CADB-4FD6-AF3C-3BF77F6BC577}"/>
    <dgm:cxn modelId="{244CF8A3-CC4E-4721-B7F8-65363716A94C}" type="presOf" srcId="{EB7E266F-1F7C-41F3-B381-A64DB5598B05}" destId="{DA0F20C9-6EE6-4A2B-A2EC-677A1FA8B671}" srcOrd="0" destOrd="0" presId="urn:microsoft.com/office/officeart/2005/8/layout/orgChart1"/>
    <dgm:cxn modelId="{860525B2-989C-4FBD-9B50-3D0E8B0D1B06}" srcId="{1FC26107-86E1-45F6-9362-46482268D7F2}" destId="{4DC431FE-0514-4E8B-B9E8-6949BE4A52D4}" srcOrd="0" destOrd="0" parTransId="{837643FC-40C1-466C-A15A-9E8EF2D58EAB}" sibTransId="{9DAE0A48-CD0E-4471-8D44-A822AE6FF286}"/>
    <dgm:cxn modelId="{95B4B2B5-E24C-4F0A-ADC2-B1C26239876B}" type="presOf" srcId="{A2D67639-183D-4A9C-A5DC-49C9766E063C}" destId="{71788BBA-0FC9-4B6F-8930-C869D28D7AE7}" srcOrd="1" destOrd="0" presId="urn:microsoft.com/office/officeart/2005/8/layout/orgChart1"/>
    <dgm:cxn modelId="{9C78B9BD-7E76-411E-BCF9-BB0880A1CEA8}" type="presOf" srcId="{510EC109-8B1C-4B21-948B-5B26C85B31CF}" destId="{56AFA79C-8EE0-4387-ABA6-6ABC18124087}" srcOrd="1" destOrd="0" presId="urn:microsoft.com/office/officeart/2005/8/layout/orgChart1"/>
    <dgm:cxn modelId="{34BB2EC6-D6F4-47D8-A54A-1BDA9BC2847E}" srcId="{C22BBDB2-D4CA-47E8-B87E-771DF3319D2B}" destId="{DCB1D845-9C5B-417D-843C-DB93631920E9}" srcOrd="1" destOrd="0" parTransId="{3E8B62F2-1435-4B19-9CF3-036375B3F3E1}" sibTransId="{72AC4EBD-66A8-4D2A-B4FC-6BB447D0FC70}"/>
    <dgm:cxn modelId="{E1D146C8-94AB-425E-A676-EE2F94E0C2D0}" type="presOf" srcId="{EAA6A286-D731-4CFA-919B-0279F69FAA07}" destId="{F353BC25-3C1D-4B4F-B1C3-8E3557088B61}" srcOrd="0" destOrd="0" presId="urn:microsoft.com/office/officeart/2005/8/layout/orgChart1"/>
    <dgm:cxn modelId="{8A40E2C9-3B3D-4790-9CFF-351B134BEF8A}" type="presOf" srcId="{1FC26107-86E1-45F6-9362-46482268D7F2}" destId="{82A3557D-178A-4B57-918F-72EC10ABDE07}" srcOrd="1" destOrd="0" presId="urn:microsoft.com/office/officeart/2005/8/layout/orgChart1"/>
    <dgm:cxn modelId="{D2C60FCB-5579-4B39-AA0C-0E9F1489D532}" type="presOf" srcId="{1FC26107-86E1-45F6-9362-46482268D7F2}" destId="{437C9ABC-29D9-4972-A645-62A09BFB1ACD}" srcOrd="0" destOrd="0" presId="urn:microsoft.com/office/officeart/2005/8/layout/orgChart1"/>
    <dgm:cxn modelId="{4FDB29CC-A4BA-4C6B-B8D4-67FF4636E89E}" type="presOf" srcId="{5376AE0C-EE04-44D3-9699-3F7248B07AB5}" destId="{B81A6228-F673-4D6D-B9FD-26FA19EDFA7D}" srcOrd="0" destOrd="0" presId="urn:microsoft.com/office/officeart/2005/8/layout/orgChart1"/>
    <dgm:cxn modelId="{410869CD-E270-47CA-A909-DB1F14AEF84F}" type="presOf" srcId="{510EC109-8B1C-4B21-948B-5B26C85B31CF}" destId="{2085FF8F-0017-46BC-8036-011FEC2F7571}" srcOrd="0" destOrd="0" presId="urn:microsoft.com/office/officeart/2005/8/layout/orgChart1"/>
    <dgm:cxn modelId="{42B295D1-A121-4901-A124-9B3C0063E67C}" type="presOf" srcId="{C22BBDB2-D4CA-47E8-B87E-771DF3319D2B}" destId="{982ECB26-CCB6-4CCD-9243-73C64BB95C7F}" srcOrd="0" destOrd="0" presId="urn:microsoft.com/office/officeart/2005/8/layout/orgChart1"/>
    <dgm:cxn modelId="{538680D6-BB85-46C4-BC35-32FC4D8E3ED5}" srcId="{DA788C11-FE70-40D2-A45D-3698CBA4D84B}" destId="{C22BBDB2-D4CA-47E8-B87E-771DF3319D2B}" srcOrd="0" destOrd="0" parTransId="{7669045A-DBF4-41FF-8D84-372B5752A142}" sibTransId="{BC2AD83C-17E2-45C7-AE5C-8BC8107EED15}"/>
    <dgm:cxn modelId="{BA1815D7-4D8C-47C7-8999-B9837128FABD}" srcId="{98F70F50-58DC-463A-9395-9B4F1685B2C9}" destId="{0AD2B46E-B126-4319-97B3-DD58A993C00D}" srcOrd="2" destOrd="0" parTransId="{70291B97-0653-43D3-BB69-01ECCE954D6A}" sibTransId="{71277601-CA47-4691-8D0F-5C3B925FA75F}"/>
    <dgm:cxn modelId="{C740F1D7-0A8D-436F-9D9F-C815ECDD9A9C}" type="presOf" srcId="{0AD2B46E-B126-4319-97B3-DD58A993C00D}" destId="{941945A0-5F1A-483E-9EF9-5D67F0D9CF36}" srcOrd="1" destOrd="0" presId="urn:microsoft.com/office/officeart/2005/8/layout/orgChart1"/>
    <dgm:cxn modelId="{C65F95DA-E796-49F2-84F3-ED769F55A4C5}" type="presOf" srcId="{4252A80B-05B3-4F69-A6C3-A9E10B545F7B}" destId="{B61D70DD-369F-44EC-B574-34725D6EAEE2}" srcOrd="0" destOrd="0" presId="urn:microsoft.com/office/officeart/2005/8/layout/orgChart1"/>
    <dgm:cxn modelId="{496C5EE0-E901-40F8-B183-BF7590AD4FAD}" srcId="{F9BC275F-6BD5-42A0-90F4-0393F32A68E8}" destId="{E0669D55-278E-448A-A00E-F7F551169C1A}" srcOrd="0" destOrd="0" parTransId="{61ADCAE8-991F-468A-A4FD-9869C24BD6A1}" sibTransId="{CCE402B2-51FA-4BAD-AB43-FAF4B73C44A9}"/>
    <dgm:cxn modelId="{6E47DEE3-DFC1-44AB-ACF2-4C7AFA9509A5}" type="presOf" srcId="{BFC32289-41B3-47AE-9B52-C613B60468F7}" destId="{A9AF9B38-D308-435E-A5CF-DB47AD5F2969}" srcOrd="0" destOrd="0" presId="urn:microsoft.com/office/officeart/2005/8/layout/orgChart1"/>
    <dgm:cxn modelId="{B09C75E4-1C14-471A-9B97-5139B69F86AD}" srcId="{4252A80B-05B3-4F69-A6C3-A9E10B545F7B}" destId="{A2FE40B7-158E-4162-9D42-6BA339046177}" srcOrd="0" destOrd="0" parTransId="{392E8D11-E057-4794-8E22-A4861949500A}" sibTransId="{416B4AFF-14C9-436B-837D-572518730245}"/>
    <dgm:cxn modelId="{7A7F59E8-3EF6-499C-9913-2F08D74786CB}" type="presOf" srcId="{837643FC-40C1-466C-A15A-9E8EF2D58EAB}" destId="{B6A9B02C-5A7B-478C-A8A6-A8B5CA22CE9D}" srcOrd="0" destOrd="0" presId="urn:microsoft.com/office/officeart/2005/8/layout/orgChart1"/>
    <dgm:cxn modelId="{2E0515ED-FD91-4BDC-863F-9B5A6E6B5015}" type="presOf" srcId="{36766437-DD9E-46BC-8239-A5B61E1A5706}" destId="{F587D07B-02BC-4D7B-A4F4-B2BCFE9CAE44}" srcOrd="0" destOrd="0" presId="urn:microsoft.com/office/officeart/2005/8/layout/orgChart1"/>
    <dgm:cxn modelId="{E7AF79EE-2A86-4A49-BDE6-7EA3FE7F4524}" type="presOf" srcId="{EB7E266F-1F7C-41F3-B381-A64DB5598B05}" destId="{EC06BA29-7DCC-4AAC-97C6-A0432F03F78D}" srcOrd="1" destOrd="0" presId="urn:microsoft.com/office/officeart/2005/8/layout/orgChart1"/>
    <dgm:cxn modelId="{DF2F1DF2-C126-48F1-B900-F10B65E426B0}" type="presOf" srcId="{A6EDBFFB-7FAE-422D-A2DC-70868F7A1FFC}" destId="{72DE5C14-8D3C-4ABD-AA96-1C52BC2951C3}" srcOrd="0" destOrd="0" presId="urn:microsoft.com/office/officeart/2005/8/layout/orgChart1"/>
    <dgm:cxn modelId="{88043FF2-9EB1-4757-965D-4D378B6FD3BD}" type="presOf" srcId="{14E2977D-4BE0-412B-B6B0-47485F27CC86}" destId="{7E3C210A-E761-47CE-B7D2-810EF877AD9F}" srcOrd="0" destOrd="0" presId="urn:microsoft.com/office/officeart/2005/8/layout/orgChart1"/>
    <dgm:cxn modelId="{EF7509F3-4BA8-4A3B-AB7C-02E5977264E9}" type="presOf" srcId="{98F70F50-58DC-463A-9395-9B4F1685B2C9}" destId="{980EF9C5-0FF0-4C0B-82C7-B5682011A357}" srcOrd="1" destOrd="0" presId="urn:microsoft.com/office/officeart/2005/8/layout/orgChart1"/>
    <dgm:cxn modelId="{DEFF10F6-F507-4DDB-BDA1-FF8028264CF2}" type="presOf" srcId="{4DC431FE-0514-4E8B-B9E8-6949BE4A52D4}" destId="{98A08AEC-A91F-40F1-9AFA-56BB1B2CDDF7}" srcOrd="1" destOrd="0" presId="urn:microsoft.com/office/officeart/2005/8/layout/orgChart1"/>
    <dgm:cxn modelId="{27E4C837-5184-4350-80FE-57D810EF5D5F}" type="presParOf" srcId="{E4081B1D-C2A9-4365-93C7-D5577416320E}" destId="{679C5A99-F05C-46D4-BF4A-49F7A28227AF}" srcOrd="0" destOrd="0" presId="urn:microsoft.com/office/officeart/2005/8/layout/orgChart1"/>
    <dgm:cxn modelId="{D2F9E2E1-B817-43F2-80EA-B9025C543FD8}" type="presParOf" srcId="{679C5A99-F05C-46D4-BF4A-49F7A28227AF}" destId="{BC4E9FEC-CC87-4401-918E-D0EA2471DF16}" srcOrd="0" destOrd="0" presId="urn:microsoft.com/office/officeart/2005/8/layout/orgChart1"/>
    <dgm:cxn modelId="{B9B4D5C8-3785-408B-A700-FDFC35A07606}" type="presParOf" srcId="{BC4E9FEC-CC87-4401-918E-D0EA2471DF16}" destId="{BCF6228C-AC50-4AF9-ACAD-70B566A399B5}" srcOrd="0" destOrd="0" presId="urn:microsoft.com/office/officeart/2005/8/layout/orgChart1"/>
    <dgm:cxn modelId="{57EDC3EF-7513-4988-A3D3-386BD62CD747}" type="presParOf" srcId="{BC4E9FEC-CC87-4401-918E-D0EA2471DF16}" destId="{D0D6D18A-CEDA-4403-A06A-F925DB68775D}" srcOrd="1" destOrd="0" presId="urn:microsoft.com/office/officeart/2005/8/layout/orgChart1"/>
    <dgm:cxn modelId="{C9432FE2-A565-4BB4-B790-41B2209120F5}" type="presParOf" srcId="{679C5A99-F05C-46D4-BF4A-49F7A28227AF}" destId="{BD5F463A-A47F-47B2-A3DF-4A43FAEF0E1F}" srcOrd="1" destOrd="0" presId="urn:microsoft.com/office/officeart/2005/8/layout/orgChart1"/>
    <dgm:cxn modelId="{8DAA4556-86B5-428D-813B-3A3686FB04D8}" type="presParOf" srcId="{BD5F463A-A47F-47B2-A3DF-4A43FAEF0E1F}" destId="{7308A9C9-4990-442A-A441-7EB0A62FD991}" srcOrd="0" destOrd="0" presId="urn:microsoft.com/office/officeart/2005/8/layout/orgChart1"/>
    <dgm:cxn modelId="{F6CA97E7-E758-4562-9EAE-AD929CFD60B3}" type="presParOf" srcId="{BD5F463A-A47F-47B2-A3DF-4A43FAEF0E1F}" destId="{A32E7C25-6C6C-49B9-886C-625234792DC7}" srcOrd="1" destOrd="0" presId="urn:microsoft.com/office/officeart/2005/8/layout/orgChart1"/>
    <dgm:cxn modelId="{B54CD9C1-B6EE-4AA8-AA1F-F011FB2D886D}" type="presParOf" srcId="{A32E7C25-6C6C-49B9-886C-625234792DC7}" destId="{09D69B20-7AC6-40B1-9AE9-B6FEA3D23FA4}" srcOrd="0" destOrd="0" presId="urn:microsoft.com/office/officeart/2005/8/layout/orgChart1"/>
    <dgm:cxn modelId="{794F0389-0E46-4FFD-8D4E-015F36B8893F}" type="presParOf" srcId="{09D69B20-7AC6-40B1-9AE9-B6FEA3D23FA4}" destId="{B61D70DD-369F-44EC-B574-34725D6EAEE2}" srcOrd="0" destOrd="0" presId="urn:microsoft.com/office/officeart/2005/8/layout/orgChart1"/>
    <dgm:cxn modelId="{56840E51-11CE-4BDD-BB18-10A396F6128F}" type="presParOf" srcId="{09D69B20-7AC6-40B1-9AE9-B6FEA3D23FA4}" destId="{BF0882F8-1E3A-43F8-B2F6-689EF8B2B369}" srcOrd="1" destOrd="0" presId="urn:microsoft.com/office/officeart/2005/8/layout/orgChart1"/>
    <dgm:cxn modelId="{9ABABEC7-2080-4DE8-8F16-BB3F1796E472}" type="presParOf" srcId="{A32E7C25-6C6C-49B9-886C-625234792DC7}" destId="{2D5C080A-3FCC-4C87-85FD-904F77ECC6F3}" srcOrd="1" destOrd="0" presId="urn:microsoft.com/office/officeart/2005/8/layout/orgChart1"/>
    <dgm:cxn modelId="{A820CD36-E081-4F3A-9012-33B3374A1E5D}" type="presParOf" srcId="{2D5C080A-3FCC-4C87-85FD-904F77ECC6F3}" destId="{C8267F8A-C0C7-438F-B07C-BDC05739CE1B}" srcOrd="0" destOrd="0" presId="urn:microsoft.com/office/officeart/2005/8/layout/orgChart1"/>
    <dgm:cxn modelId="{AD9C412D-ADB0-4509-A2E7-94F2CD2C3556}" type="presParOf" srcId="{2D5C080A-3FCC-4C87-85FD-904F77ECC6F3}" destId="{A9F6C847-0EFD-42AC-8E86-67A8088BFD34}" srcOrd="1" destOrd="0" presId="urn:microsoft.com/office/officeart/2005/8/layout/orgChart1"/>
    <dgm:cxn modelId="{2F420BAB-8E0E-4280-A9C6-4DABBB050B7A}" type="presParOf" srcId="{A9F6C847-0EFD-42AC-8E86-67A8088BFD34}" destId="{7CC4E713-D2E9-4CC4-ABAB-948E3CCF065C}" srcOrd="0" destOrd="0" presId="urn:microsoft.com/office/officeart/2005/8/layout/orgChart1"/>
    <dgm:cxn modelId="{AF2542AB-5367-4143-8E47-A8A425A0C449}" type="presParOf" srcId="{7CC4E713-D2E9-4CC4-ABAB-948E3CCF065C}" destId="{BE413C76-0E82-40B1-AC03-D25797E6C3C2}" srcOrd="0" destOrd="0" presId="urn:microsoft.com/office/officeart/2005/8/layout/orgChart1"/>
    <dgm:cxn modelId="{F73386D5-F020-469C-B8F9-45ADA996BA0E}" type="presParOf" srcId="{7CC4E713-D2E9-4CC4-ABAB-948E3CCF065C}" destId="{4E2139F1-60FE-4621-B783-D46AAD7B68B6}" srcOrd="1" destOrd="0" presId="urn:microsoft.com/office/officeart/2005/8/layout/orgChart1"/>
    <dgm:cxn modelId="{F2FBC9CC-F5E4-4C55-AEF0-C63E54E45791}" type="presParOf" srcId="{A9F6C847-0EFD-42AC-8E86-67A8088BFD34}" destId="{972E4D2C-3075-46CD-95FC-F3630D0C15E3}" srcOrd="1" destOrd="0" presId="urn:microsoft.com/office/officeart/2005/8/layout/orgChart1"/>
    <dgm:cxn modelId="{F0F254D1-7AA1-4026-852D-9528A680840D}" type="presParOf" srcId="{972E4D2C-3075-46CD-95FC-F3630D0C15E3}" destId="{C7122F78-D59D-44D3-807A-FD97D84BA56C}" srcOrd="0" destOrd="0" presId="urn:microsoft.com/office/officeart/2005/8/layout/orgChart1"/>
    <dgm:cxn modelId="{E5D14A31-5077-47AB-B892-99D3534D618F}" type="presParOf" srcId="{972E4D2C-3075-46CD-95FC-F3630D0C15E3}" destId="{142C4131-3476-4BE5-B56B-393A89B599FF}" srcOrd="1" destOrd="0" presId="urn:microsoft.com/office/officeart/2005/8/layout/orgChart1"/>
    <dgm:cxn modelId="{69705ADC-50F6-44F7-8FD1-F276CDCE1814}" type="presParOf" srcId="{142C4131-3476-4BE5-B56B-393A89B599FF}" destId="{942DFBFF-A1A6-44F6-BE67-B853299D23C0}" srcOrd="0" destOrd="0" presId="urn:microsoft.com/office/officeart/2005/8/layout/orgChart1"/>
    <dgm:cxn modelId="{7C7EA4A5-AF78-4EFF-8472-2596F19C1050}" type="presParOf" srcId="{942DFBFF-A1A6-44F6-BE67-B853299D23C0}" destId="{DA0F20C9-6EE6-4A2B-A2EC-677A1FA8B671}" srcOrd="0" destOrd="0" presId="urn:microsoft.com/office/officeart/2005/8/layout/orgChart1"/>
    <dgm:cxn modelId="{26C20270-7E74-4CC1-9ADF-A2EF9C32CFB0}" type="presParOf" srcId="{942DFBFF-A1A6-44F6-BE67-B853299D23C0}" destId="{EC06BA29-7DCC-4AAC-97C6-A0432F03F78D}" srcOrd="1" destOrd="0" presId="urn:microsoft.com/office/officeart/2005/8/layout/orgChart1"/>
    <dgm:cxn modelId="{11679FDD-14DE-49B6-BA9A-81D8F4D7B35E}" type="presParOf" srcId="{142C4131-3476-4BE5-B56B-393A89B599FF}" destId="{356C4D40-1F97-4F55-AFA0-09321CF6E37B}" srcOrd="1" destOrd="0" presId="urn:microsoft.com/office/officeart/2005/8/layout/orgChart1"/>
    <dgm:cxn modelId="{60289F8F-F532-497E-BE1C-8BD24F75CB2E}" type="presParOf" srcId="{142C4131-3476-4BE5-B56B-393A89B599FF}" destId="{4086D4BC-68C6-402E-9C7A-9566D64A8B3F}" srcOrd="2" destOrd="0" presId="urn:microsoft.com/office/officeart/2005/8/layout/orgChart1"/>
    <dgm:cxn modelId="{400119EB-7318-4A11-83BF-AAD7BB234F0F}" type="presParOf" srcId="{A9F6C847-0EFD-42AC-8E86-67A8088BFD34}" destId="{B9852687-2E50-4FBB-BEB3-AD7607BCD7A2}" srcOrd="2" destOrd="0" presId="urn:microsoft.com/office/officeart/2005/8/layout/orgChart1"/>
    <dgm:cxn modelId="{5A0FE0CE-3BE4-4A9A-9F2D-CF394F1BD284}" type="presParOf" srcId="{A32E7C25-6C6C-49B9-886C-625234792DC7}" destId="{96F49067-EE68-4771-9979-AA6357A199DF}" srcOrd="2" destOrd="0" presId="urn:microsoft.com/office/officeart/2005/8/layout/orgChart1"/>
    <dgm:cxn modelId="{B4C101B5-EEB0-4764-A6D8-B599F6D9E02C}" type="presParOf" srcId="{BD5F463A-A47F-47B2-A3DF-4A43FAEF0E1F}" destId="{0AC881A9-1B71-4D9F-BA67-DC78438F7256}" srcOrd="2" destOrd="0" presId="urn:microsoft.com/office/officeart/2005/8/layout/orgChart1"/>
    <dgm:cxn modelId="{0EC03E2B-BDA7-4D33-A78C-44CCA4DA16FE}" type="presParOf" srcId="{BD5F463A-A47F-47B2-A3DF-4A43FAEF0E1F}" destId="{911AFCF8-612A-4BBF-93D0-E22D2861F441}" srcOrd="3" destOrd="0" presId="urn:microsoft.com/office/officeart/2005/8/layout/orgChart1"/>
    <dgm:cxn modelId="{59E5F819-F50A-4D78-B896-2F85AA8877AC}" type="presParOf" srcId="{911AFCF8-612A-4BBF-93D0-E22D2861F441}" destId="{50E3B436-7CB3-423D-BDDC-753E54A04B99}" srcOrd="0" destOrd="0" presId="urn:microsoft.com/office/officeart/2005/8/layout/orgChart1"/>
    <dgm:cxn modelId="{DE6B8849-8FEF-4DFD-8C3A-C538127759A1}" type="presParOf" srcId="{50E3B436-7CB3-423D-BDDC-753E54A04B99}" destId="{A54E3F3C-F71C-4F01-AEA0-2BB8D27BD540}" srcOrd="0" destOrd="0" presId="urn:microsoft.com/office/officeart/2005/8/layout/orgChart1"/>
    <dgm:cxn modelId="{382DCA51-C9F7-4C05-A204-9F5E0BA43B1B}" type="presParOf" srcId="{50E3B436-7CB3-423D-BDDC-753E54A04B99}" destId="{4F213A4C-667B-4AF9-B9BC-9CAA1452CD5C}" srcOrd="1" destOrd="0" presId="urn:microsoft.com/office/officeart/2005/8/layout/orgChart1"/>
    <dgm:cxn modelId="{47384221-B106-4310-A42E-EA4694712352}" type="presParOf" srcId="{911AFCF8-612A-4BBF-93D0-E22D2861F441}" destId="{B4C082BA-892A-4EC9-8C1A-85BCAC649359}" srcOrd="1" destOrd="0" presId="urn:microsoft.com/office/officeart/2005/8/layout/orgChart1"/>
    <dgm:cxn modelId="{B4ADF931-8772-4562-9B8E-31A138CD00E9}" type="presParOf" srcId="{B4C082BA-892A-4EC9-8C1A-85BCAC649359}" destId="{C48BDE7E-4D78-4B9C-80F4-4C086BA669F9}" srcOrd="0" destOrd="0" presId="urn:microsoft.com/office/officeart/2005/8/layout/orgChart1"/>
    <dgm:cxn modelId="{B466BE9B-ED61-4B2E-8C20-1C3B0C27F329}" type="presParOf" srcId="{B4C082BA-892A-4EC9-8C1A-85BCAC649359}" destId="{CFFCC617-2698-4F69-9129-1A585547ECAE}" srcOrd="1" destOrd="0" presId="urn:microsoft.com/office/officeart/2005/8/layout/orgChart1"/>
    <dgm:cxn modelId="{F3870728-23D5-4447-8637-449AE34D946F}" type="presParOf" srcId="{CFFCC617-2698-4F69-9129-1A585547ECAE}" destId="{11DE0D3B-D099-4F98-B8B3-11285E3724CB}" srcOrd="0" destOrd="0" presId="urn:microsoft.com/office/officeart/2005/8/layout/orgChart1"/>
    <dgm:cxn modelId="{F222CD7C-3354-471C-9DB8-A19BF175809B}" type="presParOf" srcId="{11DE0D3B-D099-4F98-B8B3-11285E3724CB}" destId="{982ECB26-CCB6-4CCD-9243-73C64BB95C7F}" srcOrd="0" destOrd="0" presId="urn:microsoft.com/office/officeart/2005/8/layout/orgChart1"/>
    <dgm:cxn modelId="{2437C980-E16F-4093-8F80-68B1687DFBB2}" type="presParOf" srcId="{11DE0D3B-D099-4F98-B8B3-11285E3724CB}" destId="{4C51B8AF-8E29-45CE-AFA7-92AC98071272}" srcOrd="1" destOrd="0" presId="urn:microsoft.com/office/officeart/2005/8/layout/orgChart1"/>
    <dgm:cxn modelId="{E48FE907-7243-457C-9562-DE19622E201A}" type="presParOf" srcId="{CFFCC617-2698-4F69-9129-1A585547ECAE}" destId="{98AB787A-A9EB-4CC5-AE10-2D57DD50E929}" srcOrd="1" destOrd="0" presId="urn:microsoft.com/office/officeart/2005/8/layout/orgChart1"/>
    <dgm:cxn modelId="{5D54C44A-3701-4464-A65D-35777A9CBCC0}" type="presParOf" srcId="{98AB787A-A9EB-4CC5-AE10-2D57DD50E929}" destId="{15DEC6A1-B833-4B82-97D4-F322F00B4328}" srcOrd="0" destOrd="0" presId="urn:microsoft.com/office/officeart/2005/8/layout/orgChart1"/>
    <dgm:cxn modelId="{25B497A3-F7D8-4D5E-859E-BC3EDE0D980C}" type="presParOf" srcId="{98AB787A-A9EB-4CC5-AE10-2D57DD50E929}" destId="{E7B2AEA1-41DC-4363-BEF0-4264AE8620FC}" srcOrd="1" destOrd="0" presId="urn:microsoft.com/office/officeart/2005/8/layout/orgChart1"/>
    <dgm:cxn modelId="{777243C1-312D-4622-9F1F-902B1C727EFF}" type="presParOf" srcId="{E7B2AEA1-41DC-4363-BEF0-4264AE8620FC}" destId="{5F92B07F-3F58-48FE-ABF0-883523BA6FDA}" srcOrd="0" destOrd="0" presId="urn:microsoft.com/office/officeart/2005/8/layout/orgChart1"/>
    <dgm:cxn modelId="{3DD88CC7-20EE-461B-A392-0C57DB554EDF}" type="presParOf" srcId="{5F92B07F-3F58-48FE-ABF0-883523BA6FDA}" destId="{72DE5C14-8D3C-4ABD-AA96-1C52BC2951C3}" srcOrd="0" destOrd="0" presId="urn:microsoft.com/office/officeart/2005/8/layout/orgChart1"/>
    <dgm:cxn modelId="{0786145D-FF4A-449C-B295-D4A391D5B632}" type="presParOf" srcId="{5F92B07F-3F58-48FE-ABF0-883523BA6FDA}" destId="{F5CE5E92-7AC0-475B-816E-9A248903F630}" srcOrd="1" destOrd="0" presId="urn:microsoft.com/office/officeart/2005/8/layout/orgChart1"/>
    <dgm:cxn modelId="{284850EF-0FFF-4A6C-A88A-6F98FFE76C44}" type="presParOf" srcId="{E7B2AEA1-41DC-4363-BEF0-4264AE8620FC}" destId="{2768A3BF-24EF-43A7-97F2-BFC8A0D3D780}" srcOrd="1" destOrd="0" presId="urn:microsoft.com/office/officeart/2005/8/layout/orgChart1"/>
    <dgm:cxn modelId="{420E0D63-BF77-4673-BB2F-49E9E1BC64E6}" type="presParOf" srcId="{E7B2AEA1-41DC-4363-BEF0-4264AE8620FC}" destId="{15EA61AD-8E96-4590-AE9F-B75AE64B53A8}" srcOrd="2" destOrd="0" presId="urn:microsoft.com/office/officeart/2005/8/layout/orgChart1"/>
    <dgm:cxn modelId="{3D204683-E6F7-429F-9770-AB26469B6A66}" type="presParOf" srcId="{98AB787A-A9EB-4CC5-AE10-2D57DD50E929}" destId="{893DAE3F-57A5-4E45-B8D1-241D7BAD5685}" srcOrd="2" destOrd="0" presId="urn:microsoft.com/office/officeart/2005/8/layout/orgChart1"/>
    <dgm:cxn modelId="{E3A2BEA4-C00A-4172-BEA7-839ACC3CD436}" type="presParOf" srcId="{98AB787A-A9EB-4CC5-AE10-2D57DD50E929}" destId="{F7B84DD6-00FB-4C8B-B661-9B15EEFF1EFD}" srcOrd="3" destOrd="0" presId="urn:microsoft.com/office/officeart/2005/8/layout/orgChart1"/>
    <dgm:cxn modelId="{F03125BC-D157-4270-BA8C-E5C780FC9567}" type="presParOf" srcId="{F7B84DD6-00FB-4C8B-B661-9B15EEFF1EFD}" destId="{DAE36075-A043-4F4A-A655-ED550B6F5A31}" srcOrd="0" destOrd="0" presId="urn:microsoft.com/office/officeart/2005/8/layout/orgChart1"/>
    <dgm:cxn modelId="{9F972AD4-1556-47D4-81F6-75ECA85BEF4B}" type="presParOf" srcId="{DAE36075-A043-4F4A-A655-ED550B6F5A31}" destId="{5E3336C1-FAFA-427E-B03B-376907B8D3BB}" srcOrd="0" destOrd="0" presId="urn:microsoft.com/office/officeart/2005/8/layout/orgChart1"/>
    <dgm:cxn modelId="{E6AB00E0-0364-419F-A620-9A914531790F}" type="presParOf" srcId="{DAE36075-A043-4F4A-A655-ED550B6F5A31}" destId="{C031D359-0984-4B0D-8EB7-885B65978F70}" srcOrd="1" destOrd="0" presId="urn:microsoft.com/office/officeart/2005/8/layout/orgChart1"/>
    <dgm:cxn modelId="{B809DD87-CA92-4A57-99BD-C862309ECE2E}" type="presParOf" srcId="{F7B84DD6-00FB-4C8B-B661-9B15EEFF1EFD}" destId="{C7C1A6E9-5479-44CB-97D7-7E4AE89F75F5}" srcOrd="1" destOrd="0" presId="urn:microsoft.com/office/officeart/2005/8/layout/orgChart1"/>
    <dgm:cxn modelId="{C29907CC-545B-4A36-8920-30CB99DBAA10}" type="presParOf" srcId="{C7C1A6E9-5479-44CB-97D7-7E4AE89F75F5}" destId="{22143944-F361-407D-B497-D685F1A41CE0}" srcOrd="0" destOrd="0" presId="urn:microsoft.com/office/officeart/2005/8/layout/orgChart1"/>
    <dgm:cxn modelId="{7BAC9CBE-794E-4347-88AF-0695A03C8F41}" type="presParOf" srcId="{C7C1A6E9-5479-44CB-97D7-7E4AE89F75F5}" destId="{99A71285-C818-472B-962D-A7157054C719}" srcOrd="1" destOrd="0" presId="urn:microsoft.com/office/officeart/2005/8/layout/orgChart1"/>
    <dgm:cxn modelId="{FB7C5A7D-CE4C-41D1-B0A1-F035F405765A}" type="presParOf" srcId="{99A71285-C818-472B-962D-A7157054C719}" destId="{906ACD61-2C4D-40A8-9BE9-5CD3CA3269A1}" srcOrd="0" destOrd="0" presId="urn:microsoft.com/office/officeart/2005/8/layout/orgChart1"/>
    <dgm:cxn modelId="{EAB8B315-6960-4F04-9DB2-ABAAB6F5328D}" type="presParOf" srcId="{906ACD61-2C4D-40A8-9BE9-5CD3CA3269A1}" destId="{51632018-14A4-44FB-9987-E95976AB3F5F}" srcOrd="0" destOrd="0" presId="urn:microsoft.com/office/officeart/2005/8/layout/orgChart1"/>
    <dgm:cxn modelId="{8FFD5E5E-07E4-4174-BC96-AAF65F080668}" type="presParOf" srcId="{906ACD61-2C4D-40A8-9BE9-5CD3CA3269A1}" destId="{4C6F68A4-76B6-4A39-BCD4-E3E953604296}" srcOrd="1" destOrd="0" presId="urn:microsoft.com/office/officeart/2005/8/layout/orgChart1"/>
    <dgm:cxn modelId="{DB8697FC-3604-4267-B31C-079571DAA29B}" type="presParOf" srcId="{99A71285-C818-472B-962D-A7157054C719}" destId="{C40033BC-3603-41EF-8045-9A80DEF94111}" srcOrd="1" destOrd="0" presId="urn:microsoft.com/office/officeart/2005/8/layout/orgChart1"/>
    <dgm:cxn modelId="{267F004B-F4E5-43FC-8E67-C6AF0DE03F81}" type="presParOf" srcId="{99A71285-C818-472B-962D-A7157054C719}" destId="{967F19A8-E583-4431-B1AF-9F1A0128BF39}" srcOrd="2" destOrd="0" presId="urn:microsoft.com/office/officeart/2005/8/layout/orgChart1"/>
    <dgm:cxn modelId="{7FC5BADD-C754-4564-8700-5CF40474A835}" type="presParOf" srcId="{F7B84DD6-00FB-4C8B-B661-9B15EEFF1EFD}" destId="{E03C4F20-F56A-47B7-A627-14CF23F88C52}" srcOrd="2" destOrd="0" presId="urn:microsoft.com/office/officeart/2005/8/layout/orgChart1"/>
    <dgm:cxn modelId="{11E50BC7-0365-4A95-8A93-40F78953F4E0}" type="presParOf" srcId="{CFFCC617-2698-4F69-9129-1A585547ECAE}" destId="{36CBFA45-B004-420F-8E5E-E62C950F85B2}" srcOrd="2" destOrd="0" presId="urn:microsoft.com/office/officeart/2005/8/layout/orgChart1"/>
    <dgm:cxn modelId="{FA691B1E-E843-4468-90C2-3D1FC0D01049}" type="presParOf" srcId="{911AFCF8-612A-4BBF-93D0-E22D2861F441}" destId="{212570D9-AB46-4CD9-83F5-2050C8E9D0DC}" srcOrd="2" destOrd="0" presId="urn:microsoft.com/office/officeart/2005/8/layout/orgChart1"/>
    <dgm:cxn modelId="{6AD8F769-9B11-41D2-AA36-B1A984C8BA9A}" type="presParOf" srcId="{BD5F463A-A47F-47B2-A3DF-4A43FAEF0E1F}" destId="{7E3C210A-E761-47CE-B7D2-810EF877AD9F}" srcOrd="4" destOrd="0" presId="urn:microsoft.com/office/officeart/2005/8/layout/orgChart1"/>
    <dgm:cxn modelId="{E1C4C3A6-3028-43DF-88D8-F2769A486895}" type="presParOf" srcId="{BD5F463A-A47F-47B2-A3DF-4A43FAEF0E1F}" destId="{1FB6ED10-8096-415C-83F0-9E1C4699713C}" srcOrd="5" destOrd="0" presId="urn:microsoft.com/office/officeart/2005/8/layout/orgChart1"/>
    <dgm:cxn modelId="{6F743A7B-7822-4B3A-BE98-CC6F4137F606}" type="presParOf" srcId="{1FB6ED10-8096-415C-83F0-9E1C4699713C}" destId="{73534A61-C9E0-4576-99AD-E51356D9F123}" srcOrd="0" destOrd="0" presId="urn:microsoft.com/office/officeart/2005/8/layout/orgChart1"/>
    <dgm:cxn modelId="{DF28F505-F07D-482C-BE8B-3435E2B521C9}" type="presParOf" srcId="{73534A61-C9E0-4576-99AD-E51356D9F123}" destId="{3C31BD7B-81B2-4E80-BB03-27A04A48DD33}" srcOrd="0" destOrd="0" presId="urn:microsoft.com/office/officeart/2005/8/layout/orgChart1"/>
    <dgm:cxn modelId="{369A4DF2-237B-46E4-8F7F-BE13720FB149}" type="presParOf" srcId="{73534A61-C9E0-4576-99AD-E51356D9F123}" destId="{980EF9C5-0FF0-4C0B-82C7-B5682011A357}" srcOrd="1" destOrd="0" presId="urn:microsoft.com/office/officeart/2005/8/layout/orgChart1"/>
    <dgm:cxn modelId="{E350BD2C-5FE9-4198-B22B-F2CA8FD696FF}" type="presParOf" srcId="{1FB6ED10-8096-415C-83F0-9E1C4699713C}" destId="{2D1BD92B-8487-4217-A8C6-31C6F77ED8CF}" srcOrd="1" destOrd="0" presId="urn:microsoft.com/office/officeart/2005/8/layout/orgChart1"/>
    <dgm:cxn modelId="{E97C82C0-BC98-4953-B2BC-4EF5D63FFA9E}" type="presParOf" srcId="{2D1BD92B-8487-4217-A8C6-31C6F77ED8CF}" destId="{8FF3864A-BCC1-423C-B2F3-27B0EF7C9207}" srcOrd="0" destOrd="0" presId="urn:microsoft.com/office/officeart/2005/8/layout/orgChart1"/>
    <dgm:cxn modelId="{7B2A8B0E-7A49-4E6F-9521-20EC126B3973}" type="presParOf" srcId="{2D1BD92B-8487-4217-A8C6-31C6F77ED8CF}" destId="{CFB7511D-DE28-4825-860C-A6F098E42780}" srcOrd="1" destOrd="0" presId="urn:microsoft.com/office/officeart/2005/8/layout/orgChart1"/>
    <dgm:cxn modelId="{7B9690D2-1B68-45C4-AD80-A38EBAA56A53}" type="presParOf" srcId="{CFB7511D-DE28-4825-860C-A6F098E42780}" destId="{18163229-76C4-4B90-A340-460490AFE885}" srcOrd="0" destOrd="0" presId="urn:microsoft.com/office/officeart/2005/8/layout/orgChart1"/>
    <dgm:cxn modelId="{139B5E55-1405-43A0-A90C-943DA59409FA}" type="presParOf" srcId="{18163229-76C4-4B90-A340-460490AFE885}" destId="{B0586E92-9872-491A-B903-EF1E3BABCD0B}" srcOrd="0" destOrd="0" presId="urn:microsoft.com/office/officeart/2005/8/layout/orgChart1"/>
    <dgm:cxn modelId="{121A6C23-E772-4DA4-B1CC-1CB7361416B1}" type="presParOf" srcId="{18163229-76C4-4B90-A340-460490AFE885}" destId="{71788BBA-0FC9-4B6F-8930-C869D28D7AE7}" srcOrd="1" destOrd="0" presId="urn:microsoft.com/office/officeart/2005/8/layout/orgChart1"/>
    <dgm:cxn modelId="{89181013-5AFB-4FFE-9889-DE51EC4DBCE7}" type="presParOf" srcId="{CFB7511D-DE28-4825-860C-A6F098E42780}" destId="{24DEB2D3-263E-40DB-8979-4EB6E9FD2768}" srcOrd="1" destOrd="0" presId="urn:microsoft.com/office/officeart/2005/8/layout/orgChart1"/>
    <dgm:cxn modelId="{0096A91A-0921-4799-B1BD-0B5ABCC9CFFD}" type="presParOf" srcId="{CFB7511D-DE28-4825-860C-A6F098E42780}" destId="{556D60B8-53EE-40AC-A5CA-15CACD4C1222}" srcOrd="2" destOrd="0" presId="urn:microsoft.com/office/officeart/2005/8/layout/orgChart1"/>
    <dgm:cxn modelId="{D290F7B4-0F28-4B5B-AD71-A846A6523E02}" type="presParOf" srcId="{2D1BD92B-8487-4217-A8C6-31C6F77ED8CF}" destId="{9F7EC380-CB2F-4D01-91E0-E49DC6979E71}" srcOrd="2" destOrd="0" presId="urn:microsoft.com/office/officeart/2005/8/layout/orgChart1"/>
    <dgm:cxn modelId="{4F7319DF-4380-4AE4-A3D8-822CE63B163D}" type="presParOf" srcId="{2D1BD92B-8487-4217-A8C6-31C6F77ED8CF}" destId="{1D4E2119-5D1C-43ED-B12F-C7E84AC5ED1B}" srcOrd="3" destOrd="0" presId="urn:microsoft.com/office/officeart/2005/8/layout/orgChart1"/>
    <dgm:cxn modelId="{B43E4473-74D7-4FE4-9B2A-5AE91C5A4322}" type="presParOf" srcId="{1D4E2119-5D1C-43ED-B12F-C7E84AC5ED1B}" destId="{221542F0-192A-49AF-8237-48629B5056E0}" srcOrd="0" destOrd="0" presId="urn:microsoft.com/office/officeart/2005/8/layout/orgChart1"/>
    <dgm:cxn modelId="{9698274E-2681-4286-B890-A01476F9CF3C}" type="presParOf" srcId="{221542F0-192A-49AF-8237-48629B5056E0}" destId="{2085FF8F-0017-46BC-8036-011FEC2F7571}" srcOrd="0" destOrd="0" presId="urn:microsoft.com/office/officeart/2005/8/layout/orgChart1"/>
    <dgm:cxn modelId="{B55AB6B4-EBE7-4A07-B4FD-0EF468C0DC83}" type="presParOf" srcId="{221542F0-192A-49AF-8237-48629B5056E0}" destId="{56AFA79C-8EE0-4387-ABA6-6ABC18124087}" srcOrd="1" destOrd="0" presId="urn:microsoft.com/office/officeart/2005/8/layout/orgChart1"/>
    <dgm:cxn modelId="{50BB9BBE-222B-4E38-BE97-4E58F23589D2}" type="presParOf" srcId="{1D4E2119-5D1C-43ED-B12F-C7E84AC5ED1B}" destId="{4A7A7AF1-AAB8-47CC-9EB5-0C8D3936D574}" srcOrd="1" destOrd="0" presId="urn:microsoft.com/office/officeart/2005/8/layout/orgChart1"/>
    <dgm:cxn modelId="{313942AF-F611-4331-8F5C-6471CC64D341}" type="presParOf" srcId="{1D4E2119-5D1C-43ED-B12F-C7E84AC5ED1B}" destId="{DC6556E2-44FE-4506-8273-62A7921BA8E8}" srcOrd="2" destOrd="0" presId="urn:microsoft.com/office/officeart/2005/8/layout/orgChart1"/>
    <dgm:cxn modelId="{BFF26C5A-B01E-4595-AB7E-9E57E1EF5905}" type="presParOf" srcId="{2D1BD92B-8487-4217-A8C6-31C6F77ED8CF}" destId="{06012C67-F823-4EA5-A06D-A77AB495B505}" srcOrd="4" destOrd="0" presId="urn:microsoft.com/office/officeart/2005/8/layout/orgChart1"/>
    <dgm:cxn modelId="{769AA211-746E-4663-8E56-E6AA4875C7DE}" type="presParOf" srcId="{2D1BD92B-8487-4217-A8C6-31C6F77ED8CF}" destId="{656C9BED-AAD9-4515-A180-6D15338FD043}" srcOrd="5" destOrd="0" presId="urn:microsoft.com/office/officeart/2005/8/layout/orgChart1"/>
    <dgm:cxn modelId="{FD121692-FBE2-48EA-B840-9C2E60C262E0}" type="presParOf" srcId="{656C9BED-AAD9-4515-A180-6D15338FD043}" destId="{47AFC271-9B78-40BD-A3D9-725F48F1F08C}" srcOrd="0" destOrd="0" presId="urn:microsoft.com/office/officeart/2005/8/layout/orgChart1"/>
    <dgm:cxn modelId="{3587E048-31A4-4D72-8C7A-978EEE481816}" type="presParOf" srcId="{47AFC271-9B78-40BD-A3D9-725F48F1F08C}" destId="{D73099EC-A278-4774-87EE-DAD499904C64}" srcOrd="0" destOrd="0" presId="urn:microsoft.com/office/officeart/2005/8/layout/orgChart1"/>
    <dgm:cxn modelId="{399076AE-C7A9-4B02-B691-D08895FCF4F0}" type="presParOf" srcId="{47AFC271-9B78-40BD-A3D9-725F48F1F08C}" destId="{941945A0-5F1A-483E-9EF9-5D67F0D9CF36}" srcOrd="1" destOrd="0" presId="urn:microsoft.com/office/officeart/2005/8/layout/orgChart1"/>
    <dgm:cxn modelId="{C573071C-9C34-4284-9B61-A1AD1D7F8313}" type="presParOf" srcId="{656C9BED-AAD9-4515-A180-6D15338FD043}" destId="{85032AB6-D281-4C85-BE89-D279F5EB08C4}" srcOrd="1" destOrd="0" presId="urn:microsoft.com/office/officeart/2005/8/layout/orgChart1"/>
    <dgm:cxn modelId="{42FD09B6-3704-42FD-9B80-B397AECD90A5}" type="presParOf" srcId="{85032AB6-D281-4C85-BE89-D279F5EB08C4}" destId="{F587D07B-02BC-4D7B-A4F4-B2BCFE9CAE44}" srcOrd="0" destOrd="0" presId="urn:microsoft.com/office/officeart/2005/8/layout/orgChart1"/>
    <dgm:cxn modelId="{15C69E5F-CDFB-4CEF-A401-5CC99F17CB0A}" type="presParOf" srcId="{85032AB6-D281-4C85-BE89-D279F5EB08C4}" destId="{12226A04-B01B-4E0E-A686-699D0EB8FC03}" srcOrd="1" destOrd="0" presId="urn:microsoft.com/office/officeart/2005/8/layout/orgChart1"/>
    <dgm:cxn modelId="{223D23B7-0C5B-40EE-B2BC-2079359E5E04}" type="presParOf" srcId="{12226A04-B01B-4E0E-A686-699D0EB8FC03}" destId="{43EDC941-B6F2-49DC-9A2E-4B955902B4E9}" srcOrd="0" destOrd="0" presId="urn:microsoft.com/office/officeart/2005/8/layout/orgChart1"/>
    <dgm:cxn modelId="{34923AB8-9F6D-4B95-913A-996FB38F95BC}" type="presParOf" srcId="{43EDC941-B6F2-49DC-9A2E-4B955902B4E9}" destId="{A174D533-9AEA-479A-8B2B-7A636C87D83C}" srcOrd="0" destOrd="0" presId="urn:microsoft.com/office/officeart/2005/8/layout/orgChart1"/>
    <dgm:cxn modelId="{F286CB96-AAA1-4BAC-88B8-492AF6909CE2}" type="presParOf" srcId="{43EDC941-B6F2-49DC-9A2E-4B955902B4E9}" destId="{10B50BF5-9423-4F72-A3A9-BD3C8770A4B0}" srcOrd="1" destOrd="0" presId="urn:microsoft.com/office/officeart/2005/8/layout/orgChart1"/>
    <dgm:cxn modelId="{7C7A0389-9D90-40B4-853D-990B46EEF0A9}" type="presParOf" srcId="{12226A04-B01B-4E0E-A686-699D0EB8FC03}" destId="{FEB26DDD-BFD1-4CD0-AE33-BD469AD06283}" srcOrd="1" destOrd="0" presId="urn:microsoft.com/office/officeart/2005/8/layout/orgChart1"/>
    <dgm:cxn modelId="{5F2F124E-F1E6-4E82-ABE0-C41CF29F5A8A}" type="presParOf" srcId="{12226A04-B01B-4E0E-A686-699D0EB8FC03}" destId="{C5756017-E206-4B34-96D2-9E2E46E409C5}" srcOrd="2" destOrd="0" presId="urn:microsoft.com/office/officeart/2005/8/layout/orgChart1"/>
    <dgm:cxn modelId="{6B768CA6-1A62-4509-9B8E-83AE03356E96}" type="presParOf" srcId="{85032AB6-D281-4C85-BE89-D279F5EB08C4}" destId="{B81A6228-F673-4D6D-B9FD-26FA19EDFA7D}" srcOrd="2" destOrd="0" presId="urn:microsoft.com/office/officeart/2005/8/layout/orgChart1"/>
    <dgm:cxn modelId="{058913EF-242A-45A8-9FB8-C4A7100D91E2}" type="presParOf" srcId="{85032AB6-D281-4C85-BE89-D279F5EB08C4}" destId="{84D81B32-B9CD-4AB2-A101-4AC05D02633F}" srcOrd="3" destOrd="0" presId="urn:microsoft.com/office/officeart/2005/8/layout/orgChart1"/>
    <dgm:cxn modelId="{2ED5054E-46D8-4266-B1D6-5DECDC28DC7A}" type="presParOf" srcId="{84D81B32-B9CD-4AB2-A101-4AC05D02633F}" destId="{A80864B9-E5EA-4F0B-B0C5-3C6C9D05CDC4}" srcOrd="0" destOrd="0" presId="urn:microsoft.com/office/officeart/2005/8/layout/orgChart1"/>
    <dgm:cxn modelId="{075EFC11-A7D2-4261-A174-23422D42D16C}" type="presParOf" srcId="{A80864B9-E5EA-4F0B-B0C5-3C6C9D05CDC4}" destId="{A9AF9B38-D308-435E-A5CF-DB47AD5F2969}" srcOrd="0" destOrd="0" presId="urn:microsoft.com/office/officeart/2005/8/layout/orgChart1"/>
    <dgm:cxn modelId="{DEC83739-B6CE-4447-AA8D-72622021F518}" type="presParOf" srcId="{A80864B9-E5EA-4F0B-B0C5-3C6C9D05CDC4}" destId="{5472E454-F491-40C0-A089-7895283BCC3D}" srcOrd="1" destOrd="0" presId="urn:microsoft.com/office/officeart/2005/8/layout/orgChart1"/>
    <dgm:cxn modelId="{D06C6499-6E28-43C0-84BB-87AB54681284}" type="presParOf" srcId="{84D81B32-B9CD-4AB2-A101-4AC05D02633F}" destId="{BA266297-DB68-4856-8EF0-F2F19196064E}" srcOrd="1" destOrd="0" presId="urn:microsoft.com/office/officeart/2005/8/layout/orgChart1"/>
    <dgm:cxn modelId="{2D82B74E-000C-4C52-BDCD-D3F3B945601B}" type="presParOf" srcId="{84D81B32-B9CD-4AB2-A101-4AC05D02633F}" destId="{493A5339-9585-4040-947C-85F9C54C5C41}" srcOrd="2" destOrd="0" presId="urn:microsoft.com/office/officeart/2005/8/layout/orgChart1"/>
    <dgm:cxn modelId="{D4482E71-7CB3-46AA-B139-2E9DB8D59820}" type="presParOf" srcId="{85032AB6-D281-4C85-BE89-D279F5EB08C4}" destId="{F353BC25-3C1D-4B4F-B1C3-8E3557088B61}" srcOrd="4" destOrd="0" presId="urn:microsoft.com/office/officeart/2005/8/layout/orgChart1"/>
    <dgm:cxn modelId="{D98ADA7F-10BD-460B-BE56-640F483331BB}" type="presParOf" srcId="{85032AB6-D281-4C85-BE89-D279F5EB08C4}" destId="{208E7397-2AD1-4203-9868-88D4C73279F3}" srcOrd="5" destOrd="0" presId="urn:microsoft.com/office/officeart/2005/8/layout/orgChart1"/>
    <dgm:cxn modelId="{5C0463D3-84B6-48E1-9182-D7F6A3DC5A64}" type="presParOf" srcId="{208E7397-2AD1-4203-9868-88D4C73279F3}" destId="{10D40214-F776-4173-AC33-FEBB447C7492}" srcOrd="0" destOrd="0" presId="urn:microsoft.com/office/officeart/2005/8/layout/orgChart1"/>
    <dgm:cxn modelId="{64BD6559-EDED-46A6-B489-E620843B3446}" type="presParOf" srcId="{10D40214-F776-4173-AC33-FEBB447C7492}" destId="{437C9ABC-29D9-4972-A645-62A09BFB1ACD}" srcOrd="0" destOrd="0" presId="urn:microsoft.com/office/officeart/2005/8/layout/orgChart1"/>
    <dgm:cxn modelId="{F2272797-0E09-4560-B646-31D12D0C049C}" type="presParOf" srcId="{10D40214-F776-4173-AC33-FEBB447C7492}" destId="{82A3557D-178A-4B57-918F-72EC10ABDE07}" srcOrd="1" destOrd="0" presId="urn:microsoft.com/office/officeart/2005/8/layout/orgChart1"/>
    <dgm:cxn modelId="{05155540-2200-4567-B79C-4EF9B5006DD4}" type="presParOf" srcId="{208E7397-2AD1-4203-9868-88D4C73279F3}" destId="{527E3241-B22F-40A9-A312-1F88D24EB0F6}" srcOrd="1" destOrd="0" presId="urn:microsoft.com/office/officeart/2005/8/layout/orgChart1"/>
    <dgm:cxn modelId="{F18E38D9-6356-4043-9FB9-9DB321ED9B69}" type="presParOf" srcId="{527E3241-B22F-40A9-A312-1F88D24EB0F6}" destId="{B6A9B02C-5A7B-478C-A8A6-A8B5CA22CE9D}" srcOrd="0" destOrd="0" presId="urn:microsoft.com/office/officeart/2005/8/layout/orgChart1"/>
    <dgm:cxn modelId="{0A0825F8-18FC-4EF0-95B2-718E05E3B60A}" type="presParOf" srcId="{527E3241-B22F-40A9-A312-1F88D24EB0F6}" destId="{279478F1-13E3-4CA6-BA76-2EB694B15D63}" srcOrd="1" destOrd="0" presId="urn:microsoft.com/office/officeart/2005/8/layout/orgChart1"/>
    <dgm:cxn modelId="{A61C0A5D-1487-4F97-842C-F14B5516BC3D}" type="presParOf" srcId="{279478F1-13E3-4CA6-BA76-2EB694B15D63}" destId="{DA027C83-8FC4-4485-906C-D1ABC72FAC9D}" srcOrd="0" destOrd="0" presId="urn:microsoft.com/office/officeart/2005/8/layout/orgChart1"/>
    <dgm:cxn modelId="{57AD3370-D4D2-4653-913A-2AB426A89F4A}" type="presParOf" srcId="{DA027C83-8FC4-4485-906C-D1ABC72FAC9D}" destId="{3FC9979D-4C05-4DA0-B93F-9B72245C44AE}" srcOrd="0" destOrd="0" presId="urn:microsoft.com/office/officeart/2005/8/layout/orgChart1"/>
    <dgm:cxn modelId="{5D2384E7-4FB4-4403-84BF-B81DB4016672}" type="presParOf" srcId="{DA027C83-8FC4-4485-906C-D1ABC72FAC9D}" destId="{98A08AEC-A91F-40F1-9AFA-56BB1B2CDDF7}" srcOrd="1" destOrd="0" presId="urn:microsoft.com/office/officeart/2005/8/layout/orgChart1"/>
    <dgm:cxn modelId="{8ACC0B31-8B31-4A8B-9E54-FCA542BC0560}" type="presParOf" srcId="{279478F1-13E3-4CA6-BA76-2EB694B15D63}" destId="{D72C34C5-F4C0-49D1-B586-702DDF13FA9F}" srcOrd="1" destOrd="0" presId="urn:microsoft.com/office/officeart/2005/8/layout/orgChart1"/>
    <dgm:cxn modelId="{CC248435-6F5B-46E0-AE81-A9BB0E76682D}" type="presParOf" srcId="{279478F1-13E3-4CA6-BA76-2EB694B15D63}" destId="{D797BCDB-90E6-4B25-9235-ECD86A3F4A1D}" srcOrd="2" destOrd="0" presId="urn:microsoft.com/office/officeart/2005/8/layout/orgChart1"/>
    <dgm:cxn modelId="{EC437BAC-6479-433C-80E0-4F48BC4159ED}" type="presParOf" srcId="{208E7397-2AD1-4203-9868-88D4C73279F3}" destId="{B581083E-37E8-4A3B-9FB0-9AEB0589E452}" srcOrd="2" destOrd="0" presId="urn:microsoft.com/office/officeart/2005/8/layout/orgChart1"/>
    <dgm:cxn modelId="{B06FE3C2-C4BD-42AC-8AAE-B123A07CB7AF}" type="presParOf" srcId="{656C9BED-AAD9-4515-A180-6D15338FD043}" destId="{97D900B3-4A8C-4F41-9CA2-C1034F38A925}" srcOrd="2" destOrd="0" presId="urn:microsoft.com/office/officeart/2005/8/layout/orgChart1"/>
    <dgm:cxn modelId="{C7A755BD-8738-46BD-A82E-85D06AA437C4}" type="presParOf" srcId="{1FB6ED10-8096-415C-83F0-9E1C4699713C}" destId="{056396ED-1688-4005-BB69-E45D7BE6DF2C}" srcOrd="2" destOrd="0" presId="urn:microsoft.com/office/officeart/2005/8/layout/orgChart1"/>
    <dgm:cxn modelId="{145D2586-948C-4CD5-AFD4-6C6C895CF219}" type="presParOf" srcId="{679C5A99-F05C-46D4-BF4A-49F7A28227AF}" destId="{EE279D49-62FA-4F70-B6E9-F54D5A2A475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9FD2CB-51B8-4603-91A8-D0DAFD8FC37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60C9779D-790E-4A30-864A-7A9957830C38}">
      <dgm:prSet phldrT="[テキスト]" phldr="0"/>
      <dgm:spPr/>
      <dgm:t>
        <a:bodyPr/>
        <a:lstStyle/>
        <a:p>
          <a:r>
            <a:rPr kumimoji="1" lang="en-US" altLang="ja-JP" dirty="0"/>
            <a:t>Program</a:t>
          </a:r>
          <a:endParaRPr kumimoji="1" lang="ja-JP" altLang="en-US" dirty="0"/>
        </a:p>
      </dgm:t>
    </dgm:pt>
    <dgm:pt modelId="{1DC97848-DB98-4C58-8E37-94BBE97D1759}" type="parTrans" cxnId="{0E6A58DF-B04E-437A-BB69-B2E509F25D3D}">
      <dgm:prSet/>
      <dgm:spPr/>
      <dgm:t>
        <a:bodyPr/>
        <a:lstStyle/>
        <a:p>
          <a:endParaRPr kumimoji="1" lang="ja-JP" altLang="en-US"/>
        </a:p>
      </dgm:t>
    </dgm:pt>
    <dgm:pt modelId="{5736F429-3EC4-4E9B-B907-133CF4ACDE46}" type="sibTrans" cxnId="{0E6A58DF-B04E-437A-BB69-B2E509F25D3D}">
      <dgm:prSet/>
      <dgm:spPr/>
      <dgm:t>
        <a:bodyPr/>
        <a:lstStyle/>
        <a:p>
          <a:endParaRPr kumimoji="1" lang="ja-JP" altLang="en-US"/>
        </a:p>
      </dgm:t>
    </dgm:pt>
    <dgm:pt modelId="{B3E98841-6D80-4108-87CC-A2D91085D579}">
      <dgm:prSet phldrT="[テキスト]"/>
      <dgm:spPr/>
      <dgm:t>
        <a:bodyPr/>
        <a:lstStyle/>
        <a:p>
          <a:pPr>
            <a:buNone/>
          </a:pPr>
          <a:r>
            <a:rPr lang="ja-JP" b="0" dirty="0"/>
            <a:t>VariableDeclaration</a:t>
          </a:r>
          <a:endParaRPr kumimoji="1" lang="ja-JP" altLang="en-US" dirty="0"/>
        </a:p>
      </dgm:t>
    </dgm:pt>
    <dgm:pt modelId="{68215CB9-6FA0-4F15-9D50-839C9B191B2F}" type="parTrans" cxnId="{43BB047E-7634-484D-9BF0-1E8B51EE6D5E}">
      <dgm:prSet/>
      <dgm:spPr/>
      <dgm:t>
        <a:bodyPr/>
        <a:lstStyle/>
        <a:p>
          <a:endParaRPr kumimoji="1" lang="ja-JP" altLang="en-US"/>
        </a:p>
      </dgm:t>
    </dgm:pt>
    <dgm:pt modelId="{47944599-9A4F-43D7-8CC8-26CCB33CB2CD}" type="sibTrans" cxnId="{43BB047E-7634-484D-9BF0-1E8B51EE6D5E}">
      <dgm:prSet/>
      <dgm:spPr/>
      <dgm:t>
        <a:bodyPr/>
        <a:lstStyle/>
        <a:p>
          <a:endParaRPr kumimoji="1" lang="ja-JP" altLang="en-US"/>
        </a:p>
      </dgm:t>
    </dgm:pt>
    <dgm:pt modelId="{744588FD-8902-4904-A8A6-7FDC1F00A465}">
      <dgm:prSet phldrT="[テキスト]"/>
      <dgm:spPr/>
      <dgm:t>
        <a:bodyPr/>
        <a:lstStyle/>
        <a:p>
          <a:pPr>
            <a:buNone/>
          </a:pPr>
          <a:r>
            <a:rPr lang="ja-JP" b="0" dirty="0"/>
            <a:t>AssignmentExpression</a:t>
          </a:r>
          <a:endParaRPr kumimoji="1" lang="ja-JP" altLang="en-US" dirty="0"/>
        </a:p>
      </dgm:t>
    </dgm:pt>
    <dgm:pt modelId="{42C09CC8-842A-49A7-9022-82FF7149A9A6}" type="parTrans" cxnId="{0853317B-1717-4212-87E9-3533027CFD9B}">
      <dgm:prSet/>
      <dgm:spPr/>
      <dgm:t>
        <a:bodyPr/>
        <a:lstStyle/>
        <a:p>
          <a:endParaRPr kumimoji="1" lang="ja-JP" altLang="en-US"/>
        </a:p>
      </dgm:t>
    </dgm:pt>
    <dgm:pt modelId="{3D0C5D30-A024-4EA7-9D5E-6D2ED879A976}" type="sibTrans" cxnId="{0853317B-1717-4212-87E9-3533027CFD9B}">
      <dgm:prSet/>
      <dgm:spPr/>
      <dgm:t>
        <a:bodyPr/>
        <a:lstStyle/>
        <a:p>
          <a:endParaRPr kumimoji="1" lang="ja-JP" altLang="en-US"/>
        </a:p>
      </dgm:t>
    </dgm:pt>
    <dgm:pt modelId="{E411087F-CDDB-430B-89C8-F691B2F485AB}">
      <dgm:prSet phldrT="[テキスト]"/>
      <dgm:spPr/>
      <dgm:t>
        <a:bodyPr/>
        <a:lstStyle/>
        <a:p>
          <a:pPr>
            <a:buNone/>
          </a:pPr>
          <a:r>
            <a:rPr lang="ja-JP" b="0" dirty="0"/>
            <a:t>Identifier</a:t>
          </a:r>
          <a:endParaRPr kumimoji="1" lang="ja-JP" altLang="en-US" dirty="0"/>
        </a:p>
      </dgm:t>
    </dgm:pt>
    <dgm:pt modelId="{58CF163C-1CEA-4028-A46C-10393CAF7B2D}" type="parTrans" cxnId="{A0CFFBD7-9440-4C3C-91AE-2645E0E4DB1E}">
      <dgm:prSet/>
      <dgm:spPr/>
      <dgm:t>
        <a:bodyPr/>
        <a:lstStyle/>
        <a:p>
          <a:endParaRPr kumimoji="1" lang="ja-JP" altLang="en-US"/>
        </a:p>
      </dgm:t>
    </dgm:pt>
    <dgm:pt modelId="{7370A0CA-6BF7-4DFC-8FDB-3B330F3B855E}" type="sibTrans" cxnId="{A0CFFBD7-9440-4C3C-91AE-2645E0E4DB1E}">
      <dgm:prSet/>
      <dgm:spPr/>
      <dgm:t>
        <a:bodyPr/>
        <a:lstStyle/>
        <a:p>
          <a:endParaRPr kumimoji="1" lang="ja-JP" altLang="en-US"/>
        </a:p>
      </dgm:t>
    </dgm:pt>
    <dgm:pt modelId="{59B8C74C-1284-464E-87E3-11EEFB3249D0}">
      <dgm:prSet phldrT="[テキスト]"/>
      <dgm:spPr/>
      <dgm:t>
        <a:bodyPr/>
        <a:lstStyle/>
        <a:p>
          <a:pPr>
            <a:buNone/>
          </a:pPr>
          <a:r>
            <a:rPr lang="ja-JP" b="0" dirty="0"/>
            <a:t>Literal</a:t>
          </a:r>
          <a:endParaRPr kumimoji="1" lang="ja-JP" altLang="en-US" dirty="0"/>
        </a:p>
      </dgm:t>
    </dgm:pt>
    <dgm:pt modelId="{58DA7D6A-93AC-4593-AFC0-06D615A6CF34}" type="parTrans" cxnId="{03A35457-5FFB-4768-A78E-8164616E32C5}">
      <dgm:prSet/>
      <dgm:spPr/>
      <dgm:t>
        <a:bodyPr/>
        <a:lstStyle/>
        <a:p>
          <a:endParaRPr kumimoji="1" lang="ja-JP" altLang="en-US"/>
        </a:p>
      </dgm:t>
    </dgm:pt>
    <dgm:pt modelId="{98888B77-4B38-4098-A974-44295F29A657}" type="sibTrans" cxnId="{03A35457-5FFB-4768-A78E-8164616E32C5}">
      <dgm:prSet/>
      <dgm:spPr/>
      <dgm:t>
        <a:bodyPr/>
        <a:lstStyle/>
        <a:p>
          <a:endParaRPr kumimoji="1" lang="ja-JP" altLang="en-US"/>
        </a:p>
      </dgm:t>
    </dgm:pt>
    <dgm:pt modelId="{AC4054E5-13EE-4B56-8EA3-2336F496A62F}">
      <dgm:prSet phldrT="[テキスト]"/>
      <dgm:spPr/>
      <dgm:t>
        <a:bodyPr/>
        <a:lstStyle/>
        <a:p>
          <a:pPr>
            <a:buNone/>
          </a:pPr>
          <a:r>
            <a:rPr lang="ja-JP" b="0" dirty="0"/>
            <a:t>VariableDeclaration</a:t>
          </a:r>
          <a:endParaRPr kumimoji="1" lang="ja-JP" altLang="en-US" dirty="0"/>
        </a:p>
      </dgm:t>
    </dgm:pt>
    <dgm:pt modelId="{BB38A3A4-4FDA-401D-8687-5410132F3454}" type="parTrans" cxnId="{6C215FF7-CD17-4A4E-A6A7-8A2B0BDDCDD5}">
      <dgm:prSet/>
      <dgm:spPr/>
      <dgm:t>
        <a:bodyPr/>
        <a:lstStyle/>
        <a:p>
          <a:endParaRPr kumimoji="1" lang="ja-JP" altLang="en-US"/>
        </a:p>
      </dgm:t>
    </dgm:pt>
    <dgm:pt modelId="{0A0C384D-6508-4A88-B931-22B68D618206}" type="sibTrans" cxnId="{6C215FF7-CD17-4A4E-A6A7-8A2B0BDDCDD5}">
      <dgm:prSet/>
      <dgm:spPr/>
      <dgm:t>
        <a:bodyPr/>
        <a:lstStyle/>
        <a:p>
          <a:endParaRPr kumimoji="1" lang="ja-JP" altLang="en-US"/>
        </a:p>
      </dgm:t>
    </dgm:pt>
    <dgm:pt modelId="{131B3A12-E5C0-498E-870D-57A16B283B3B}">
      <dgm:prSet phldrT="[テキスト]"/>
      <dgm:spPr/>
      <dgm:t>
        <a:bodyPr/>
        <a:lstStyle/>
        <a:p>
          <a:pPr>
            <a:buNone/>
          </a:pPr>
          <a:r>
            <a:rPr lang="ja-JP" b="0" dirty="0"/>
            <a:t>Identifier</a:t>
          </a:r>
          <a:endParaRPr kumimoji="1" lang="ja-JP" altLang="en-US" dirty="0"/>
        </a:p>
      </dgm:t>
    </dgm:pt>
    <dgm:pt modelId="{5A7AFCBD-F5DC-4781-9C08-29A9282C9135}" type="parTrans" cxnId="{C92526F6-E1FD-40B8-BA06-C27373EAB104}">
      <dgm:prSet/>
      <dgm:spPr/>
      <dgm:t>
        <a:bodyPr/>
        <a:lstStyle/>
        <a:p>
          <a:endParaRPr kumimoji="1" lang="ja-JP" altLang="en-US"/>
        </a:p>
      </dgm:t>
    </dgm:pt>
    <dgm:pt modelId="{ECEF3C5D-B3B0-4AB4-9EAB-1240E7AC615E}" type="sibTrans" cxnId="{C92526F6-E1FD-40B8-BA06-C27373EAB104}">
      <dgm:prSet/>
      <dgm:spPr/>
      <dgm:t>
        <a:bodyPr/>
        <a:lstStyle/>
        <a:p>
          <a:endParaRPr kumimoji="1" lang="ja-JP" altLang="en-US"/>
        </a:p>
      </dgm:t>
    </dgm:pt>
    <dgm:pt modelId="{E270AA3A-8B19-407C-ADC4-99A7A94B958A}">
      <dgm:prSet phldrT="[テキスト]"/>
      <dgm:spPr/>
      <dgm:t>
        <a:bodyPr/>
        <a:lstStyle/>
        <a:p>
          <a:pPr>
            <a:buNone/>
          </a:pPr>
          <a:r>
            <a:rPr lang="en-US" altLang="ja-JP" b="0" dirty="0"/>
            <a:t>Li</a:t>
          </a:r>
          <a:r>
            <a:rPr lang="ja-JP" b="0" dirty="0"/>
            <a:t>teral</a:t>
          </a:r>
          <a:endParaRPr kumimoji="1" lang="ja-JP" altLang="en-US" dirty="0"/>
        </a:p>
      </dgm:t>
    </dgm:pt>
    <dgm:pt modelId="{93F947EC-68A8-4427-943F-E2625BB634C7}" type="parTrans" cxnId="{DCF173BB-E024-4EC0-9F4A-174E766E1828}">
      <dgm:prSet/>
      <dgm:spPr/>
      <dgm:t>
        <a:bodyPr/>
        <a:lstStyle/>
        <a:p>
          <a:endParaRPr kumimoji="1" lang="ja-JP" altLang="en-US"/>
        </a:p>
      </dgm:t>
    </dgm:pt>
    <dgm:pt modelId="{0E548421-4FF1-4603-815B-A1EE5F67C22D}" type="sibTrans" cxnId="{DCF173BB-E024-4EC0-9F4A-174E766E1828}">
      <dgm:prSet/>
      <dgm:spPr/>
      <dgm:t>
        <a:bodyPr/>
        <a:lstStyle/>
        <a:p>
          <a:endParaRPr kumimoji="1" lang="ja-JP" altLang="en-US"/>
        </a:p>
      </dgm:t>
    </dgm:pt>
    <dgm:pt modelId="{BC7B1A43-237B-4101-BE6A-AF5E786F482D}">
      <dgm:prSet phldrT="[テキスト]"/>
      <dgm:spPr/>
      <dgm:t>
        <a:bodyPr/>
        <a:lstStyle/>
        <a:p>
          <a:pPr>
            <a:buNone/>
          </a:pPr>
          <a:r>
            <a:rPr lang="ja-JP" b="0" dirty="0"/>
            <a:t>Identifier</a:t>
          </a:r>
          <a:endParaRPr kumimoji="1" lang="ja-JP" altLang="en-US" dirty="0"/>
        </a:p>
      </dgm:t>
    </dgm:pt>
    <dgm:pt modelId="{4FA1FAB2-30CC-4C5E-A095-0DD977670A1F}" type="parTrans" cxnId="{FB3F9F32-C47F-4402-A4FE-BC96B4E5E6DA}">
      <dgm:prSet/>
      <dgm:spPr/>
      <dgm:t>
        <a:bodyPr/>
        <a:lstStyle/>
        <a:p>
          <a:endParaRPr kumimoji="1" lang="ja-JP" altLang="en-US"/>
        </a:p>
      </dgm:t>
    </dgm:pt>
    <dgm:pt modelId="{6702E27E-4825-4168-9653-B921A295B881}" type="sibTrans" cxnId="{FB3F9F32-C47F-4402-A4FE-BC96B4E5E6DA}">
      <dgm:prSet/>
      <dgm:spPr/>
      <dgm:t>
        <a:bodyPr/>
        <a:lstStyle/>
        <a:p>
          <a:endParaRPr kumimoji="1" lang="ja-JP" altLang="en-US"/>
        </a:p>
      </dgm:t>
    </dgm:pt>
    <dgm:pt modelId="{3030CAB7-0DD1-4BB4-9E58-021A708B8C15}">
      <dgm:prSet phldrT="[テキスト]"/>
      <dgm:spPr/>
      <dgm:t>
        <a:bodyPr/>
        <a:lstStyle/>
        <a:p>
          <a:pPr>
            <a:buNone/>
          </a:pPr>
          <a:r>
            <a:rPr lang="ja-JP" b="0" dirty="0"/>
            <a:t>ExpressionStatement</a:t>
          </a:r>
          <a:endParaRPr kumimoji="1" lang="ja-JP" altLang="en-US" dirty="0"/>
        </a:p>
      </dgm:t>
    </dgm:pt>
    <dgm:pt modelId="{16B0148B-3D6B-4F50-B994-A149A9C83DDE}" type="parTrans" cxnId="{1E02D45B-8FC1-474F-9028-FECEC5B4B5B6}">
      <dgm:prSet/>
      <dgm:spPr/>
      <dgm:t>
        <a:bodyPr/>
        <a:lstStyle/>
        <a:p>
          <a:endParaRPr kumimoji="1" lang="ja-JP" altLang="en-US"/>
        </a:p>
      </dgm:t>
    </dgm:pt>
    <dgm:pt modelId="{E03E2F92-41C1-4339-A96C-82A8381CC7FA}" type="sibTrans" cxnId="{1E02D45B-8FC1-474F-9028-FECEC5B4B5B6}">
      <dgm:prSet/>
      <dgm:spPr/>
      <dgm:t>
        <a:bodyPr/>
        <a:lstStyle/>
        <a:p>
          <a:endParaRPr kumimoji="1" lang="ja-JP" altLang="en-US"/>
        </a:p>
      </dgm:t>
    </dgm:pt>
    <dgm:pt modelId="{AADC1A7C-5232-4BE6-BB6F-C385D0C81769}" type="pres">
      <dgm:prSet presAssocID="{4C9FD2CB-51B8-4603-91A8-D0DAFD8FC37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D3BC402-0CE3-4393-8CF6-B3708E754373}" type="pres">
      <dgm:prSet presAssocID="{60C9779D-790E-4A30-864A-7A9957830C38}" presName="hierRoot1" presStyleCnt="0">
        <dgm:presLayoutVars>
          <dgm:hierBranch val="init"/>
        </dgm:presLayoutVars>
      </dgm:prSet>
      <dgm:spPr/>
    </dgm:pt>
    <dgm:pt modelId="{88CF34FB-21DF-43A0-8374-88B74F76502E}" type="pres">
      <dgm:prSet presAssocID="{60C9779D-790E-4A30-864A-7A9957830C38}" presName="rootComposite1" presStyleCnt="0"/>
      <dgm:spPr/>
    </dgm:pt>
    <dgm:pt modelId="{943A9475-DF14-4CA1-B43C-1E2F545D36D2}" type="pres">
      <dgm:prSet presAssocID="{60C9779D-790E-4A30-864A-7A9957830C38}" presName="rootText1" presStyleLbl="node0" presStyleIdx="0" presStyleCnt="1">
        <dgm:presLayoutVars>
          <dgm:chPref val="3"/>
        </dgm:presLayoutVars>
      </dgm:prSet>
      <dgm:spPr/>
    </dgm:pt>
    <dgm:pt modelId="{41BB2192-68B2-4256-8AA5-BA74811CC3F3}" type="pres">
      <dgm:prSet presAssocID="{60C9779D-790E-4A30-864A-7A9957830C38}" presName="rootConnector1" presStyleLbl="node1" presStyleIdx="0" presStyleCnt="0"/>
      <dgm:spPr/>
    </dgm:pt>
    <dgm:pt modelId="{CD888F24-668E-41F0-9079-1F550736E95B}" type="pres">
      <dgm:prSet presAssocID="{60C9779D-790E-4A30-864A-7A9957830C38}" presName="hierChild2" presStyleCnt="0"/>
      <dgm:spPr/>
    </dgm:pt>
    <dgm:pt modelId="{A01C216E-AA2E-4981-BE12-78B0CC3E4037}" type="pres">
      <dgm:prSet presAssocID="{68215CB9-6FA0-4F15-9D50-839C9B191B2F}" presName="Name37" presStyleLbl="parChTrans1D2" presStyleIdx="0" presStyleCnt="2"/>
      <dgm:spPr/>
    </dgm:pt>
    <dgm:pt modelId="{03E39C75-0883-4B9A-B6D6-44B80075322B}" type="pres">
      <dgm:prSet presAssocID="{B3E98841-6D80-4108-87CC-A2D91085D579}" presName="hierRoot2" presStyleCnt="0">
        <dgm:presLayoutVars>
          <dgm:hierBranch val="init"/>
        </dgm:presLayoutVars>
      </dgm:prSet>
      <dgm:spPr/>
    </dgm:pt>
    <dgm:pt modelId="{BB0297D9-AAC0-4291-8B01-5C1062D7FC1D}" type="pres">
      <dgm:prSet presAssocID="{B3E98841-6D80-4108-87CC-A2D91085D579}" presName="rootComposite" presStyleCnt="0"/>
      <dgm:spPr/>
    </dgm:pt>
    <dgm:pt modelId="{655C271D-32AE-44DF-9827-D1E89858E8D5}" type="pres">
      <dgm:prSet presAssocID="{B3E98841-6D80-4108-87CC-A2D91085D579}" presName="rootText" presStyleLbl="node2" presStyleIdx="0" presStyleCnt="2">
        <dgm:presLayoutVars>
          <dgm:chPref val="3"/>
        </dgm:presLayoutVars>
      </dgm:prSet>
      <dgm:spPr/>
    </dgm:pt>
    <dgm:pt modelId="{A8BC9FD1-1DCC-4676-8AE5-05BC14D60B5F}" type="pres">
      <dgm:prSet presAssocID="{B3E98841-6D80-4108-87CC-A2D91085D579}" presName="rootConnector" presStyleLbl="node2" presStyleIdx="0" presStyleCnt="2"/>
      <dgm:spPr/>
    </dgm:pt>
    <dgm:pt modelId="{EB4171F2-88AD-4163-940E-FF20CF73291C}" type="pres">
      <dgm:prSet presAssocID="{B3E98841-6D80-4108-87CC-A2D91085D579}" presName="hierChild4" presStyleCnt="0"/>
      <dgm:spPr/>
    </dgm:pt>
    <dgm:pt modelId="{E6704B2E-EF46-4B33-BDDB-C407574E97B9}" type="pres">
      <dgm:prSet presAssocID="{BB38A3A4-4FDA-401D-8687-5410132F3454}" presName="Name37" presStyleLbl="parChTrans1D3" presStyleIdx="0" presStyleCnt="2"/>
      <dgm:spPr/>
    </dgm:pt>
    <dgm:pt modelId="{0937AABB-020C-43A9-8667-A4F9BD01D4FA}" type="pres">
      <dgm:prSet presAssocID="{AC4054E5-13EE-4B56-8EA3-2336F496A62F}" presName="hierRoot2" presStyleCnt="0">
        <dgm:presLayoutVars>
          <dgm:hierBranch val="init"/>
        </dgm:presLayoutVars>
      </dgm:prSet>
      <dgm:spPr/>
    </dgm:pt>
    <dgm:pt modelId="{30C1261F-8B65-49CE-9CD0-03187535FD37}" type="pres">
      <dgm:prSet presAssocID="{AC4054E5-13EE-4B56-8EA3-2336F496A62F}" presName="rootComposite" presStyleCnt="0"/>
      <dgm:spPr/>
    </dgm:pt>
    <dgm:pt modelId="{7E0CE239-8AF4-4426-AEE8-390AFA41FF0C}" type="pres">
      <dgm:prSet presAssocID="{AC4054E5-13EE-4B56-8EA3-2336F496A62F}" presName="rootText" presStyleLbl="node3" presStyleIdx="0" presStyleCnt="2">
        <dgm:presLayoutVars>
          <dgm:chPref val="3"/>
        </dgm:presLayoutVars>
      </dgm:prSet>
      <dgm:spPr/>
    </dgm:pt>
    <dgm:pt modelId="{198A97BF-4050-49EC-898B-7875DDAD14D1}" type="pres">
      <dgm:prSet presAssocID="{AC4054E5-13EE-4B56-8EA3-2336F496A62F}" presName="rootConnector" presStyleLbl="node3" presStyleIdx="0" presStyleCnt="2"/>
      <dgm:spPr/>
    </dgm:pt>
    <dgm:pt modelId="{03BBDAD4-8D10-4F26-BCCF-E08FC7EE9B3B}" type="pres">
      <dgm:prSet presAssocID="{AC4054E5-13EE-4B56-8EA3-2336F496A62F}" presName="hierChild4" presStyleCnt="0"/>
      <dgm:spPr/>
    </dgm:pt>
    <dgm:pt modelId="{BDAFC05D-31BD-487D-B77B-781C59CA6E41}" type="pres">
      <dgm:prSet presAssocID="{5A7AFCBD-F5DC-4781-9C08-29A9282C9135}" presName="Name37" presStyleLbl="parChTrans1D4" presStyleIdx="0" presStyleCnt="5"/>
      <dgm:spPr/>
    </dgm:pt>
    <dgm:pt modelId="{007D4348-6B70-453B-A038-B465AF950888}" type="pres">
      <dgm:prSet presAssocID="{131B3A12-E5C0-498E-870D-57A16B283B3B}" presName="hierRoot2" presStyleCnt="0">
        <dgm:presLayoutVars>
          <dgm:hierBranch val="init"/>
        </dgm:presLayoutVars>
      </dgm:prSet>
      <dgm:spPr/>
    </dgm:pt>
    <dgm:pt modelId="{1A1BC3C4-8724-4F0B-AF31-CAB827D28DB4}" type="pres">
      <dgm:prSet presAssocID="{131B3A12-E5C0-498E-870D-57A16B283B3B}" presName="rootComposite" presStyleCnt="0"/>
      <dgm:spPr/>
    </dgm:pt>
    <dgm:pt modelId="{BBCB395C-6DFD-483C-B242-E5EAAF159E0B}" type="pres">
      <dgm:prSet presAssocID="{131B3A12-E5C0-498E-870D-57A16B283B3B}" presName="rootText" presStyleLbl="node4" presStyleIdx="0" presStyleCnt="5" custLinFactNeighborX="1225" custLinFactNeighborY="-2210">
        <dgm:presLayoutVars>
          <dgm:chPref val="3"/>
        </dgm:presLayoutVars>
      </dgm:prSet>
      <dgm:spPr/>
    </dgm:pt>
    <dgm:pt modelId="{D9FF9AFB-2DE2-4B65-8653-A23B09D821DB}" type="pres">
      <dgm:prSet presAssocID="{131B3A12-E5C0-498E-870D-57A16B283B3B}" presName="rootConnector" presStyleLbl="node4" presStyleIdx="0" presStyleCnt="5"/>
      <dgm:spPr/>
    </dgm:pt>
    <dgm:pt modelId="{196E12BC-C7BC-45BC-A759-820C4A49C1F2}" type="pres">
      <dgm:prSet presAssocID="{131B3A12-E5C0-498E-870D-57A16B283B3B}" presName="hierChild4" presStyleCnt="0"/>
      <dgm:spPr/>
    </dgm:pt>
    <dgm:pt modelId="{92236F45-D6EF-448F-8D50-AF5AB068E6DD}" type="pres">
      <dgm:prSet presAssocID="{4FA1FAB2-30CC-4C5E-A095-0DD977670A1F}" presName="Name37" presStyleLbl="parChTrans1D4" presStyleIdx="1" presStyleCnt="5"/>
      <dgm:spPr/>
    </dgm:pt>
    <dgm:pt modelId="{113F6A3A-A871-4950-BFBD-AD0AC2CB0898}" type="pres">
      <dgm:prSet presAssocID="{BC7B1A43-237B-4101-BE6A-AF5E786F482D}" presName="hierRoot2" presStyleCnt="0">
        <dgm:presLayoutVars>
          <dgm:hierBranch val="init"/>
        </dgm:presLayoutVars>
      </dgm:prSet>
      <dgm:spPr/>
    </dgm:pt>
    <dgm:pt modelId="{B498A744-9C94-4B91-BB75-B05E80B3EDF0}" type="pres">
      <dgm:prSet presAssocID="{BC7B1A43-237B-4101-BE6A-AF5E786F482D}" presName="rootComposite" presStyleCnt="0"/>
      <dgm:spPr/>
    </dgm:pt>
    <dgm:pt modelId="{43C0DA6F-F4AC-4712-9DB0-28D1529716A7}" type="pres">
      <dgm:prSet presAssocID="{BC7B1A43-237B-4101-BE6A-AF5E786F482D}" presName="rootText" presStyleLbl="node4" presStyleIdx="1" presStyleCnt="5" custLinFactY="-45382" custLinFactNeighborX="-23576" custLinFactNeighborY="-100000">
        <dgm:presLayoutVars>
          <dgm:chPref val="3"/>
        </dgm:presLayoutVars>
      </dgm:prSet>
      <dgm:spPr/>
    </dgm:pt>
    <dgm:pt modelId="{9AC00E81-F133-4622-A06B-ED2D5E7C7F7C}" type="pres">
      <dgm:prSet presAssocID="{BC7B1A43-237B-4101-BE6A-AF5E786F482D}" presName="rootConnector" presStyleLbl="node4" presStyleIdx="1" presStyleCnt="5"/>
      <dgm:spPr/>
    </dgm:pt>
    <dgm:pt modelId="{6E485FB2-5BD5-46ED-A100-C4705A414B6E}" type="pres">
      <dgm:prSet presAssocID="{BC7B1A43-237B-4101-BE6A-AF5E786F482D}" presName="hierChild4" presStyleCnt="0"/>
      <dgm:spPr/>
    </dgm:pt>
    <dgm:pt modelId="{386A834B-F2A0-42DC-9F30-FAC04480078E}" type="pres">
      <dgm:prSet presAssocID="{BC7B1A43-237B-4101-BE6A-AF5E786F482D}" presName="hierChild5" presStyleCnt="0"/>
      <dgm:spPr/>
    </dgm:pt>
    <dgm:pt modelId="{5855BE32-BDBC-4F33-B6AB-423ECFA435D4}" type="pres">
      <dgm:prSet presAssocID="{131B3A12-E5C0-498E-870D-57A16B283B3B}" presName="hierChild5" presStyleCnt="0"/>
      <dgm:spPr/>
    </dgm:pt>
    <dgm:pt modelId="{EC14B586-44F2-40C5-B0B3-73EADD5850E6}" type="pres">
      <dgm:prSet presAssocID="{AC4054E5-13EE-4B56-8EA3-2336F496A62F}" presName="hierChild5" presStyleCnt="0"/>
      <dgm:spPr/>
    </dgm:pt>
    <dgm:pt modelId="{32134FE0-4F98-4F1D-8526-8664D3DBB696}" type="pres">
      <dgm:prSet presAssocID="{B3E98841-6D80-4108-87CC-A2D91085D579}" presName="hierChild5" presStyleCnt="0"/>
      <dgm:spPr/>
    </dgm:pt>
    <dgm:pt modelId="{19510E25-1305-4704-BDAD-60E463AA23D7}" type="pres">
      <dgm:prSet presAssocID="{16B0148B-3D6B-4F50-B994-A149A9C83DDE}" presName="Name37" presStyleLbl="parChTrans1D2" presStyleIdx="1" presStyleCnt="2"/>
      <dgm:spPr/>
    </dgm:pt>
    <dgm:pt modelId="{3F28F1C2-81B4-40A0-A188-F783870E0CF3}" type="pres">
      <dgm:prSet presAssocID="{3030CAB7-0DD1-4BB4-9E58-021A708B8C15}" presName="hierRoot2" presStyleCnt="0">
        <dgm:presLayoutVars>
          <dgm:hierBranch val="init"/>
        </dgm:presLayoutVars>
      </dgm:prSet>
      <dgm:spPr/>
    </dgm:pt>
    <dgm:pt modelId="{44C983EC-ECC2-4564-A9F2-259540F7BE86}" type="pres">
      <dgm:prSet presAssocID="{3030CAB7-0DD1-4BB4-9E58-021A708B8C15}" presName="rootComposite" presStyleCnt="0"/>
      <dgm:spPr/>
    </dgm:pt>
    <dgm:pt modelId="{3205CC6A-F996-4820-86FE-EB38B9AA6655}" type="pres">
      <dgm:prSet presAssocID="{3030CAB7-0DD1-4BB4-9E58-021A708B8C15}" presName="rootText" presStyleLbl="node2" presStyleIdx="1" presStyleCnt="2">
        <dgm:presLayoutVars>
          <dgm:chPref val="3"/>
        </dgm:presLayoutVars>
      </dgm:prSet>
      <dgm:spPr/>
    </dgm:pt>
    <dgm:pt modelId="{F0E42813-6099-4985-A960-A31041D07E3D}" type="pres">
      <dgm:prSet presAssocID="{3030CAB7-0DD1-4BB4-9E58-021A708B8C15}" presName="rootConnector" presStyleLbl="node2" presStyleIdx="1" presStyleCnt="2"/>
      <dgm:spPr/>
    </dgm:pt>
    <dgm:pt modelId="{1DCA06A6-AD81-4F5B-A535-31A10328D35A}" type="pres">
      <dgm:prSet presAssocID="{3030CAB7-0DD1-4BB4-9E58-021A708B8C15}" presName="hierChild4" presStyleCnt="0"/>
      <dgm:spPr/>
    </dgm:pt>
    <dgm:pt modelId="{36C62796-8258-44E4-82F2-97BCDA1D4116}" type="pres">
      <dgm:prSet presAssocID="{42C09CC8-842A-49A7-9022-82FF7149A9A6}" presName="Name37" presStyleLbl="parChTrans1D3" presStyleIdx="1" presStyleCnt="2"/>
      <dgm:spPr/>
    </dgm:pt>
    <dgm:pt modelId="{41971813-6734-4EF7-8F74-2B8E887C9BFC}" type="pres">
      <dgm:prSet presAssocID="{744588FD-8902-4904-A8A6-7FDC1F00A465}" presName="hierRoot2" presStyleCnt="0">
        <dgm:presLayoutVars>
          <dgm:hierBranch val="init"/>
        </dgm:presLayoutVars>
      </dgm:prSet>
      <dgm:spPr/>
    </dgm:pt>
    <dgm:pt modelId="{3BC644FB-8BAE-48E9-AFD5-DF949EB3AB20}" type="pres">
      <dgm:prSet presAssocID="{744588FD-8902-4904-A8A6-7FDC1F00A465}" presName="rootComposite" presStyleCnt="0"/>
      <dgm:spPr/>
    </dgm:pt>
    <dgm:pt modelId="{27E2A77A-9CA7-4FE8-B3BF-D2A2C1FF5130}" type="pres">
      <dgm:prSet presAssocID="{744588FD-8902-4904-A8A6-7FDC1F00A465}" presName="rootText" presStyleLbl="node3" presStyleIdx="1" presStyleCnt="2">
        <dgm:presLayoutVars>
          <dgm:chPref val="3"/>
        </dgm:presLayoutVars>
      </dgm:prSet>
      <dgm:spPr/>
    </dgm:pt>
    <dgm:pt modelId="{7176CA88-C2A0-47B7-9EC0-F5CEE7D1E408}" type="pres">
      <dgm:prSet presAssocID="{744588FD-8902-4904-A8A6-7FDC1F00A465}" presName="rootConnector" presStyleLbl="node3" presStyleIdx="1" presStyleCnt="2"/>
      <dgm:spPr/>
    </dgm:pt>
    <dgm:pt modelId="{3C8AEEE2-8469-4AFD-BBC5-A077AD8CCA9B}" type="pres">
      <dgm:prSet presAssocID="{744588FD-8902-4904-A8A6-7FDC1F00A465}" presName="hierChild4" presStyleCnt="0"/>
      <dgm:spPr/>
    </dgm:pt>
    <dgm:pt modelId="{52998909-AF27-4579-A563-429EA50950BA}" type="pres">
      <dgm:prSet presAssocID="{58CF163C-1CEA-4028-A46C-10393CAF7B2D}" presName="Name37" presStyleLbl="parChTrans1D4" presStyleIdx="2" presStyleCnt="5"/>
      <dgm:spPr/>
    </dgm:pt>
    <dgm:pt modelId="{D3E8DD90-3194-4340-B84D-EA5F1DBBF86B}" type="pres">
      <dgm:prSet presAssocID="{E411087F-CDDB-430B-89C8-F691B2F485AB}" presName="hierRoot2" presStyleCnt="0">
        <dgm:presLayoutVars>
          <dgm:hierBranch val="init"/>
        </dgm:presLayoutVars>
      </dgm:prSet>
      <dgm:spPr/>
    </dgm:pt>
    <dgm:pt modelId="{849BC26E-9826-4001-9BB0-87123E2CD435}" type="pres">
      <dgm:prSet presAssocID="{E411087F-CDDB-430B-89C8-F691B2F485AB}" presName="rootComposite" presStyleCnt="0"/>
      <dgm:spPr/>
    </dgm:pt>
    <dgm:pt modelId="{782240B7-8321-43CC-AF3E-4633F93AD0C6}" type="pres">
      <dgm:prSet presAssocID="{E411087F-CDDB-430B-89C8-F691B2F485AB}" presName="rootText" presStyleLbl="node4" presStyleIdx="2" presStyleCnt="5">
        <dgm:presLayoutVars>
          <dgm:chPref val="3"/>
        </dgm:presLayoutVars>
      </dgm:prSet>
      <dgm:spPr/>
    </dgm:pt>
    <dgm:pt modelId="{23377278-5E41-4E88-9AB5-690719FA1F86}" type="pres">
      <dgm:prSet presAssocID="{E411087F-CDDB-430B-89C8-F691B2F485AB}" presName="rootConnector" presStyleLbl="node4" presStyleIdx="2" presStyleCnt="5"/>
      <dgm:spPr/>
    </dgm:pt>
    <dgm:pt modelId="{88E15810-5BE9-4D4B-8864-ED5DAD9DFD30}" type="pres">
      <dgm:prSet presAssocID="{E411087F-CDDB-430B-89C8-F691B2F485AB}" presName="hierChild4" presStyleCnt="0"/>
      <dgm:spPr/>
    </dgm:pt>
    <dgm:pt modelId="{C1BF6DDC-A880-497C-BC45-81172F182019}" type="pres">
      <dgm:prSet presAssocID="{E411087F-CDDB-430B-89C8-F691B2F485AB}" presName="hierChild5" presStyleCnt="0"/>
      <dgm:spPr/>
    </dgm:pt>
    <dgm:pt modelId="{A70F4857-447C-4397-B3B3-7ADA53C05343}" type="pres">
      <dgm:prSet presAssocID="{58DA7D6A-93AC-4593-AFC0-06D615A6CF34}" presName="Name37" presStyleLbl="parChTrans1D4" presStyleIdx="3" presStyleCnt="5"/>
      <dgm:spPr/>
    </dgm:pt>
    <dgm:pt modelId="{FCC7FFCA-3A3C-4CFD-88E6-BB389E98DB42}" type="pres">
      <dgm:prSet presAssocID="{59B8C74C-1284-464E-87E3-11EEFB3249D0}" presName="hierRoot2" presStyleCnt="0">
        <dgm:presLayoutVars>
          <dgm:hierBranch val="init"/>
        </dgm:presLayoutVars>
      </dgm:prSet>
      <dgm:spPr/>
    </dgm:pt>
    <dgm:pt modelId="{E4FD76F8-2A8F-43C0-889D-2433E92ED235}" type="pres">
      <dgm:prSet presAssocID="{59B8C74C-1284-464E-87E3-11EEFB3249D0}" presName="rootComposite" presStyleCnt="0"/>
      <dgm:spPr/>
    </dgm:pt>
    <dgm:pt modelId="{5DD1C110-53C1-4B4A-81E7-50E4E77E6792}" type="pres">
      <dgm:prSet presAssocID="{59B8C74C-1284-464E-87E3-11EEFB3249D0}" presName="rootText" presStyleLbl="node4" presStyleIdx="3" presStyleCnt="5">
        <dgm:presLayoutVars>
          <dgm:chPref val="3"/>
        </dgm:presLayoutVars>
      </dgm:prSet>
      <dgm:spPr/>
    </dgm:pt>
    <dgm:pt modelId="{72E0CB24-EA72-4BC3-8605-07812D798B3B}" type="pres">
      <dgm:prSet presAssocID="{59B8C74C-1284-464E-87E3-11EEFB3249D0}" presName="rootConnector" presStyleLbl="node4" presStyleIdx="3" presStyleCnt="5"/>
      <dgm:spPr/>
    </dgm:pt>
    <dgm:pt modelId="{CE1DDFB7-D7C1-4AD5-8D0D-82B9B67164D6}" type="pres">
      <dgm:prSet presAssocID="{59B8C74C-1284-464E-87E3-11EEFB3249D0}" presName="hierChild4" presStyleCnt="0"/>
      <dgm:spPr/>
    </dgm:pt>
    <dgm:pt modelId="{7A8D968B-0917-4FD3-807F-72C0290879B3}" type="pres">
      <dgm:prSet presAssocID="{93F947EC-68A8-4427-943F-E2625BB634C7}" presName="Name37" presStyleLbl="parChTrans1D4" presStyleIdx="4" presStyleCnt="5"/>
      <dgm:spPr/>
    </dgm:pt>
    <dgm:pt modelId="{6C9B50E1-1079-4B83-AC59-EB071EDBAFAA}" type="pres">
      <dgm:prSet presAssocID="{E270AA3A-8B19-407C-ADC4-99A7A94B958A}" presName="hierRoot2" presStyleCnt="0">
        <dgm:presLayoutVars>
          <dgm:hierBranch val="init"/>
        </dgm:presLayoutVars>
      </dgm:prSet>
      <dgm:spPr/>
    </dgm:pt>
    <dgm:pt modelId="{09AFD480-0E28-490F-B945-FC14259C24D3}" type="pres">
      <dgm:prSet presAssocID="{E270AA3A-8B19-407C-ADC4-99A7A94B958A}" presName="rootComposite" presStyleCnt="0"/>
      <dgm:spPr/>
    </dgm:pt>
    <dgm:pt modelId="{5892B8B5-5670-4417-A77B-326786C3489B}" type="pres">
      <dgm:prSet presAssocID="{E270AA3A-8B19-407C-ADC4-99A7A94B958A}" presName="rootText" presStyleLbl="node4" presStyleIdx="4" presStyleCnt="5" custLinFactY="-42045" custLinFactNeighborX="-23674" custLinFactNeighborY="-100000">
        <dgm:presLayoutVars>
          <dgm:chPref val="3"/>
        </dgm:presLayoutVars>
      </dgm:prSet>
      <dgm:spPr/>
    </dgm:pt>
    <dgm:pt modelId="{CE5A3430-621E-4B78-86AE-11D0C3C13800}" type="pres">
      <dgm:prSet presAssocID="{E270AA3A-8B19-407C-ADC4-99A7A94B958A}" presName="rootConnector" presStyleLbl="node4" presStyleIdx="4" presStyleCnt="5"/>
      <dgm:spPr/>
    </dgm:pt>
    <dgm:pt modelId="{D170D42C-F825-42A9-9418-894E309BFB18}" type="pres">
      <dgm:prSet presAssocID="{E270AA3A-8B19-407C-ADC4-99A7A94B958A}" presName="hierChild4" presStyleCnt="0"/>
      <dgm:spPr/>
    </dgm:pt>
    <dgm:pt modelId="{F064C826-131D-4C17-AAA9-2CDBADB37F6C}" type="pres">
      <dgm:prSet presAssocID="{E270AA3A-8B19-407C-ADC4-99A7A94B958A}" presName="hierChild5" presStyleCnt="0"/>
      <dgm:spPr/>
    </dgm:pt>
    <dgm:pt modelId="{DC54EBB4-4C2E-44D4-89DD-6B0FDCEF7FD4}" type="pres">
      <dgm:prSet presAssocID="{59B8C74C-1284-464E-87E3-11EEFB3249D0}" presName="hierChild5" presStyleCnt="0"/>
      <dgm:spPr/>
    </dgm:pt>
    <dgm:pt modelId="{1482B403-AF36-4B77-B610-C6FBF9FB997A}" type="pres">
      <dgm:prSet presAssocID="{744588FD-8902-4904-A8A6-7FDC1F00A465}" presName="hierChild5" presStyleCnt="0"/>
      <dgm:spPr/>
    </dgm:pt>
    <dgm:pt modelId="{D48B366F-14F5-4402-B288-D8F39FB53436}" type="pres">
      <dgm:prSet presAssocID="{3030CAB7-0DD1-4BB4-9E58-021A708B8C15}" presName="hierChild5" presStyleCnt="0"/>
      <dgm:spPr/>
    </dgm:pt>
    <dgm:pt modelId="{3B1A2483-0E57-4234-9BA6-EB3338753D9A}" type="pres">
      <dgm:prSet presAssocID="{60C9779D-790E-4A30-864A-7A9957830C38}" presName="hierChild3" presStyleCnt="0"/>
      <dgm:spPr/>
    </dgm:pt>
  </dgm:ptLst>
  <dgm:cxnLst>
    <dgm:cxn modelId="{6C7DE308-DE78-4423-B3AB-30464CE91331}" type="presOf" srcId="{16B0148B-3D6B-4F50-B994-A149A9C83DDE}" destId="{19510E25-1305-4704-BDAD-60E463AA23D7}" srcOrd="0" destOrd="0" presId="urn:microsoft.com/office/officeart/2005/8/layout/orgChart1"/>
    <dgm:cxn modelId="{74379320-B9E6-4652-988C-E61F392CE881}" type="presOf" srcId="{BB38A3A4-4FDA-401D-8687-5410132F3454}" destId="{E6704B2E-EF46-4B33-BDDB-C407574E97B9}" srcOrd="0" destOrd="0" presId="urn:microsoft.com/office/officeart/2005/8/layout/orgChart1"/>
    <dgm:cxn modelId="{758C6026-5559-4F6E-8D14-9B0E86C62146}" type="presOf" srcId="{60C9779D-790E-4A30-864A-7A9957830C38}" destId="{943A9475-DF14-4CA1-B43C-1E2F545D36D2}" srcOrd="0" destOrd="0" presId="urn:microsoft.com/office/officeart/2005/8/layout/orgChart1"/>
    <dgm:cxn modelId="{D110D527-A67B-4501-9C50-C1EF304526D5}" type="presOf" srcId="{58CF163C-1CEA-4028-A46C-10393CAF7B2D}" destId="{52998909-AF27-4579-A563-429EA50950BA}" srcOrd="0" destOrd="0" presId="urn:microsoft.com/office/officeart/2005/8/layout/orgChart1"/>
    <dgm:cxn modelId="{FE23C12B-102A-4746-A379-D278660F8F73}" type="presOf" srcId="{4FA1FAB2-30CC-4C5E-A095-0DD977670A1F}" destId="{92236F45-D6EF-448F-8D50-AF5AB068E6DD}" srcOrd="0" destOrd="0" presId="urn:microsoft.com/office/officeart/2005/8/layout/orgChart1"/>
    <dgm:cxn modelId="{6D3E532D-0212-4312-B28F-73883AD41E42}" type="presOf" srcId="{5A7AFCBD-F5DC-4781-9C08-29A9282C9135}" destId="{BDAFC05D-31BD-487D-B77B-781C59CA6E41}" srcOrd="0" destOrd="0" presId="urn:microsoft.com/office/officeart/2005/8/layout/orgChart1"/>
    <dgm:cxn modelId="{FB3F9F32-C47F-4402-A4FE-BC96B4E5E6DA}" srcId="{131B3A12-E5C0-498E-870D-57A16B283B3B}" destId="{BC7B1A43-237B-4101-BE6A-AF5E786F482D}" srcOrd="0" destOrd="0" parTransId="{4FA1FAB2-30CC-4C5E-A095-0DD977670A1F}" sibTransId="{6702E27E-4825-4168-9653-B921A295B881}"/>
    <dgm:cxn modelId="{4C93BD37-F9BB-4AAA-B707-4A88042AAC98}" type="presOf" srcId="{744588FD-8902-4904-A8A6-7FDC1F00A465}" destId="{7176CA88-C2A0-47B7-9EC0-F5CEE7D1E408}" srcOrd="1" destOrd="0" presId="urn:microsoft.com/office/officeart/2005/8/layout/orgChart1"/>
    <dgm:cxn modelId="{1E02D45B-8FC1-474F-9028-FECEC5B4B5B6}" srcId="{60C9779D-790E-4A30-864A-7A9957830C38}" destId="{3030CAB7-0DD1-4BB4-9E58-021A708B8C15}" srcOrd="1" destOrd="0" parTransId="{16B0148B-3D6B-4F50-B994-A149A9C83DDE}" sibTransId="{E03E2F92-41C1-4339-A96C-82A8381CC7FA}"/>
    <dgm:cxn modelId="{4F741460-ABB7-43FE-AA95-E0762EF55629}" type="presOf" srcId="{4C9FD2CB-51B8-4603-91A8-D0DAFD8FC37C}" destId="{AADC1A7C-5232-4BE6-BB6F-C385D0C81769}" srcOrd="0" destOrd="0" presId="urn:microsoft.com/office/officeart/2005/8/layout/orgChart1"/>
    <dgm:cxn modelId="{21A9F960-BB04-4D7C-A9A9-F61CC595679F}" type="presOf" srcId="{93F947EC-68A8-4427-943F-E2625BB634C7}" destId="{7A8D968B-0917-4FD3-807F-72C0290879B3}" srcOrd="0" destOrd="0" presId="urn:microsoft.com/office/officeart/2005/8/layout/orgChart1"/>
    <dgm:cxn modelId="{BE186142-DB92-4CA0-938D-7C8C47A25808}" type="presOf" srcId="{60C9779D-790E-4A30-864A-7A9957830C38}" destId="{41BB2192-68B2-4256-8AA5-BA74811CC3F3}" srcOrd="1" destOrd="0" presId="urn:microsoft.com/office/officeart/2005/8/layout/orgChart1"/>
    <dgm:cxn modelId="{8E6CE564-B63D-4559-A93E-CA0734AAD5F7}" type="presOf" srcId="{BC7B1A43-237B-4101-BE6A-AF5E786F482D}" destId="{43C0DA6F-F4AC-4712-9DB0-28D1529716A7}" srcOrd="0" destOrd="0" presId="urn:microsoft.com/office/officeart/2005/8/layout/orgChart1"/>
    <dgm:cxn modelId="{C3B1DC47-7C82-474C-A56A-360ECB083F30}" type="presOf" srcId="{59B8C74C-1284-464E-87E3-11EEFB3249D0}" destId="{72E0CB24-EA72-4BC3-8605-07812D798B3B}" srcOrd="1" destOrd="0" presId="urn:microsoft.com/office/officeart/2005/8/layout/orgChart1"/>
    <dgm:cxn modelId="{4E43194B-BA0B-455A-8ECD-A91E654EC1E8}" type="presOf" srcId="{E270AA3A-8B19-407C-ADC4-99A7A94B958A}" destId="{CE5A3430-621E-4B78-86AE-11D0C3C13800}" srcOrd="1" destOrd="0" presId="urn:microsoft.com/office/officeart/2005/8/layout/orgChart1"/>
    <dgm:cxn modelId="{03A35457-5FFB-4768-A78E-8164616E32C5}" srcId="{744588FD-8902-4904-A8A6-7FDC1F00A465}" destId="{59B8C74C-1284-464E-87E3-11EEFB3249D0}" srcOrd="1" destOrd="0" parTransId="{58DA7D6A-93AC-4593-AFC0-06D615A6CF34}" sibTransId="{98888B77-4B38-4098-A974-44295F29A657}"/>
    <dgm:cxn modelId="{3BE3DC59-6A69-44F4-9CE1-399513104FAF}" type="presOf" srcId="{BC7B1A43-237B-4101-BE6A-AF5E786F482D}" destId="{9AC00E81-F133-4622-A06B-ED2D5E7C7F7C}" srcOrd="1" destOrd="0" presId="urn:microsoft.com/office/officeart/2005/8/layout/orgChart1"/>
    <dgm:cxn modelId="{0853317B-1717-4212-87E9-3533027CFD9B}" srcId="{3030CAB7-0DD1-4BB4-9E58-021A708B8C15}" destId="{744588FD-8902-4904-A8A6-7FDC1F00A465}" srcOrd="0" destOrd="0" parTransId="{42C09CC8-842A-49A7-9022-82FF7149A9A6}" sibTransId="{3D0C5D30-A024-4EA7-9D5E-6D2ED879A976}"/>
    <dgm:cxn modelId="{43BB047E-7634-484D-9BF0-1E8B51EE6D5E}" srcId="{60C9779D-790E-4A30-864A-7A9957830C38}" destId="{B3E98841-6D80-4108-87CC-A2D91085D579}" srcOrd="0" destOrd="0" parTransId="{68215CB9-6FA0-4F15-9D50-839C9B191B2F}" sibTransId="{47944599-9A4F-43D7-8CC8-26CCB33CB2CD}"/>
    <dgm:cxn modelId="{A27AC68B-0F73-4231-BCB2-F1F7A8A6DB99}" type="presOf" srcId="{131B3A12-E5C0-498E-870D-57A16B283B3B}" destId="{BBCB395C-6DFD-483C-B242-E5EAAF159E0B}" srcOrd="0" destOrd="0" presId="urn:microsoft.com/office/officeart/2005/8/layout/orgChart1"/>
    <dgm:cxn modelId="{9495E88B-55CF-412B-AC39-13189B892E9D}" type="presOf" srcId="{68215CB9-6FA0-4F15-9D50-839C9B191B2F}" destId="{A01C216E-AA2E-4981-BE12-78B0CC3E4037}" srcOrd="0" destOrd="0" presId="urn:microsoft.com/office/officeart/2005/8/layout/orgChart1"/>
    <dgm:cxn modelId="{AE7FC894-A9FD-4E5E-832A-CADA659A5714}" type="presOf" srcId="{E270AA3A-8B19-407C-ADC4-99A7A94B958A}" destId="{5892B8B5-5670-4417-A77B-326786C3489B}" srcOrd="0" destOrd="0" presId="urn:microsoft.com/office/officeart/2005/8/layout/orgChart1"/>
    <dgm:cxn modelId="{CFB9E79A-D0EC-4224-B4AA-4E6A152C17CE}" type="presOf" srcId="{3030CAB7-0DD1-4BB4-9E58-021A708B8C15}" destId="{F0E42813-6099-4985-A960-A31041D07E3D}" srcOrd="1" destOrd="0" presId="urn:microsoft.com/office/officeart/2005/8/layout/orgChart1"/>
    <dgm:cxn modelId="{AB9E419B-9A03-44DD-AE5C-44EE54957FCD}" type="presOf" srcId="{59B8C74C-1284-464E-87E3-11EEFB3249D0}" destId="{5DD1C110-53C1-4B4A-81E7-50E4E77E6792}" srcOrd="0" destOrd="0" presId="urn:microsoft.com/office/officeart/2005/8/layout/orgChart1"/>
    <dgm:cxn modelId="{83EE72A4-0A20-4CE8-BF48-ABD09108A636}" type="presOf" srcId="{AC4054E5-13EE-4B56-8EA3-2336F496A62F}" destId="{198A97BF-4050-49EC-898B-7875DDAD14D1}" srcOrd="1" destOrd="0" presId="urn:microsoft.com/office/officeart/2005/8/layout/orgChart1"/>
    <dgm:cxn modelId="{B9E6BCA4-CA8B-4A9C-8B4D-522666E5EDAE}" type="presOf" srcId="{B3E98841-6D80-4108-87CC-A2D91085D579}" destId="{A8BC9FD1-1DCC-4676-8AE5-05BC14D60B5F}" srcOrd="1" destOrd="0" presId="urn:microsoft.com/office/officeart/2005/8/layout/orgChart1"/>
    <dgm:cxn modelId="{6CC8E7B5-E3B7-48B8-B901-9179145696F3}" type="presOf" srcId="{744588FD-8902-4904-A8A6-7FDC1F00A465}" destId="{27E2A77A-9CA7-4FE8-B3BF-D2A2C1FF5130}" srcOrd="0" destOrd="0" presId="urn:microsoft.com/office/officeart/2005/8/layout/orgChart1"/>
    <dgm:cxn modelId="{BFA6E4B6-A08C-4387-AE12-58AD2286E264}" type="presOf" srcId="{E411087F-CDDB-430B-89C8-F691B2F485AB}" destId="{23377278-5E41-4E88-9AB5-690719FA1F86}" srcOrd="1" destOrd="0" presId="urn:microsoft.com/office/officeart/2005/8/layout/orgChart1"/>
    <dgm:cxn modelId="{F5C57EB7-B96A-407F-A512-C0218A197E64}" type="presOf" srcId="{E411087F-CDDB-430B-89C8-F691B2F485AB}" destId="{782240B7-8321-43CC-AF3E-4633F93AD0C6}" srcOrd="0" destOrd="0" presId="urn:microsoft.com/office/officeart/2005/8/layout/orgChart1"/>
    <dgm:cxn modelId="{DCF173BB-E024-4EC0-9F4A-174E766E1828}" srcId="{59B8C74C-1284-464E-87E3-11EEFB3249D0}" destId="{E270AA3A-8B19-407C-ADC4-99A7A94B958A}" srcOrd="0" destOrd="0" parTransId="{93F947EC-68A8-4427-943F-E2625BB634C7}" sibTransId="{0E548421-4FF1-4603-815B-A1EE5F67C22D}"/>
    <dgm:cxn modelId="{C0B9E7C7-2AE5-4342-92D3-F32D5CFB4A3F}" type="presOf" srcId="{131B3A12-E5C0-498E-870D-57A16B283B3B}" destId="{D9FF9AFB-2DE2-4B65-8653-A23B09D821DB}" srcOrd="1" destOrd="0" presId="urn:microsoft.com/office/officeart/2005/8/layout/orgChart1"/>
    <dgm:cxn modelId="{9EA907CA-1E2E-44FB-B66C-6058DC4AFEF0}" type="presOf" srcId="{58DA7D6A-93AC-4593-AFC0-06D615A6CF34}" destId="{A70F4857-447C-4397-B3B3-7ADA53C05343}" srcOrd="0" destOrd="0" presId="urn:microsoft.com/office/officeart/2005/8/layout/orgChart1"/>
    <dgm:cxn modelId="{817C99D5-F380-47B8-B123-66BF5C80C5D8}" type="presOf" srcId="{B3E98841-6D80-4108-87CC-A2D91085D579}" destId="{655C271D-32AE-44DF-9827-D1E89858E8D5}" srcOrd="0" destOrd="0" presId="urn:microsoft.com/office/officeart/2005/8/layout/orgChart1"/>
    <dgm:cxn modelId="{A0CFFBD7-9440-4C3C-91AE-2645E0E4DB1E}" srcId="{744588FD-8902-4904-A8A6-7FDC1F00A465}" destId="{E411087F-CDDB-430B-89C8-F691B2F485AB}" srcOrd="0" destOrd="0" parTransId="{58CF163C-1CEA-4028-A46C-10393CAF7B2D}" sibTransId="{7370A0CA-6BF7-4DFC-8FDB-3B330F3B855E}"/>
    <dgm:cxn modelId="{9609B7D9-6160-497B-BD69-BC7C4FA07EA6}" type="presOf" srcId="{3030CAB7-0DD1-4BB4-9E58-021A708B8C15}" destId="{3205CC6A-F996-4820-86FE-EB38B9AA6655}" srcOrd="0" destOrd="0" presId="urn:microsoft.com/office/officeart/2005/8/layout/orgChart1"/>
    <dgm:cxn modelId="{0E6A58DF-B04E-437A-BB69-B2E509F25D3D}" srcId="{4C9FD2CB-51B8-4603-91A8-D0DAFD8FC37C}" destId="{60C9779D-790E-4A30-864A-7A9957830C38}" srcOrd="0" destOrd="0" parTransId="{1DC97848-DB98-4C58-8E37-94BBE97D1759}" sibTransId="{5736F429-3EC4-4E9B-B907-133CF4ACDE46}"/>
    <dgm:cxn modelId="{D63C5CEC-10E3-4976-9E22-900BD6581F4B}" type="presOf" srcId="{AC4054E5-13EE-4B56-8EA3-2336F496A62F}" destId="{7E0CE239-8AF4-4426-AEE8-390AFA41FF0C}" srcOrd="0" destOrd="0" presId="urn:microsoft.com/office/officeart/2005/8/layout/orgChart1"/>
    <dgm:cxn modelId="{34BFADF2-1CA1-429C-9FAF-6B01F5AF4912}" type="presOf" srcId="{42C09CC8-842A-49A7-9022-82FF7149A9A6}" destId="{36C62796-8258-44E4-82F2-97BCDA1D4116}" srcOrd="0" destOrd="0" presId="urn:microsoft.com/office/officeart/2005/8/layout/orgChart1"/>
    <dgm:cxn modelId="{C92526F6-E1FD-40B8-BA06-C27373EAB104}" srcId="{AC4054E5-13EE-4B56-8EA3-2336F496A62F}" destId="{131B3A12-E5C0-498E-870D-57A16B283B3B}" srcOrd="0" destOrd="0" parTransId="{5A7AFCBD-F5DC-4781-9C08-29A9282C9135}" sibTransId="{ECEF3C5D-B3B0-4AB4-9EAB-1240E7AC615E}"/>
    <dgm:cxn modelId="{6C215FF7-CD17-4A4E-A6A7-8A2B0BDDCDD5}" srcId="{B3E98841-6D80-4108-87CC-A2D91085D579}" destId="{AC4054E5-13EE-4B56-8EA3-2336F496A62F}" srcOrd="0" destOrd="0" parTransId="{BB38A3A4-4FDA-401D-8687-5410132F3454}" sibTransId="{0A0C384D-6508-4A88-B931-22B68D618206}"/>
    <dgm:cxn modelId="{91CFBA0B-7CA5-4703-90FF-925F7E13ED8A}" type="presParOf" srcId="{AADC1A7C-5232-4BE6-BB6F-C385D0C81769}" destId="{7D3BC402-0CE3-4393-8CF6-B3708E754373}" srcOrd="0" destOrd="0" presId="urn:microsoft.com/office/officeart/2005/8/layout/orgChart1"/>
    <dgm:cxn modelId="{9250373D-B726-4202-9C15-5FDAD4F5805F}" type="presParOf" srcId="{7D3BC402-0CE3-4393-8CF6-B3708E754373}" destId="{88CF34FB-21DF-43A0-8374-88B74F76502E}" srcOrd="0" destOrd="0" presId="urn:microsoft.com/office/officeart/2005/8/layout/orgChart1"/>
    <dgm:cxn modelId="{89B7DAFB-55DA-483F-AC95-B81EA1205AC3}" type="presParOf" srcId="{88CF34FB-21DF-43A0-8374-88B74F76502E}" destId="{943A9475-DF14-4CA1-B43C-1E2F545D36D2}" srcOrd="0" destOrd="0" presId="urn:microsoft.com/office/officeart/2005/8/layout/orgChart1"/>
    <dgm:cxn modelId="{85CABC10-57F8-4726-B469-3342C467F08F}" type="presParOf" srcId="{88CF34FB-21DF-43A0-8374-88B74F76502E}" destId="{41BB2192-68B2-4256-8AA5-BA74811CC3F3}" srcOrd="1" destOrd="0" presId="urn:microsoft.com/office/officeart/2005/8/layout/orgChart1"/>
    <dgm:cxn modelId="{8CDFEAAB-07F6-4D96-A4FB-7931A17DEF6B}" type="presParOf" srcId="{7D3BC402-0CE3-4393-8CF6-B3708E754373}" destId="{CD888F24-668E-41F0-9079-1F550736E95B}" srcOrd="1" destOrd="0" presId="urn:microsoft.com/office/officeart/2005/8/layout/orgChart1"/>
    <dgm:cxn modelId="{4EDE15E5-574C-4EE6-819C-BAD4D6794588}" type="presParOf" srcId="{CD888F24-668E-41F0-9079-1F550736E95B}" destId="{A01C216E-AA2E-4981-BE12-78B0CC3E4037}" srcOrd="0" destOrd="0" presId="urn:microsoft.com/office/officeart/2005/8/layout/orgChart1"/>
    <dgm:cxn modelId="{FF7089B4-5562-4605-9018-6DB6BBD50D75}" type="presParOf" srcId="{CD888F24-668E-41F0-9079-1F550736E95B}" destId="{03E39C75-0883-4B9A-B6D6-44B80075322B}" srcOrd="1" destOrd="0" presId="urn:microsoft.com/office/officeart/2005/8/layout/orgChart1"/>
    <dgm:cxn modelId="{F3D774DB-58D4-445A-91ED-ACCB757222B9}" type="presParOf" srcId="{03E39C75-0883-4B9A-B6D6-44B80075322B}" destId="{BB0297D9-AAC0-4291-8B01-5C1062D7FC1D}" srcOrd="0" destOrd="0" presId="urn:microsoft.com/office/officeart/2005/8/layout/orgChart1"/>
    <dgm:cxn modelId="{981FC6A1-7802-46B9-BEC3-1BC075912FFE}" type="presParOf" srcId="{BB0297D9-AAC0-4291-8B01-5C1062D7FC1D}" destId="{655C271D-32AE-44DF-9827-D1E89858E8D5}" srcOrd="0" destOrd="0" presId="urn:microsoft.com/office/officeart/2005/8/layout/orgChart1"/>
    <dgm:cxn modelId="{0C56F356-5704-4BD4-AB1C-0AB942106E2B}" type="presParOf" srcId="{BB0297D9-AAC0-4291-8B01-5C1062D7FC1D}" destId="{A8BC9FD1-1DCC-4676-8AE5-05BC14D60B5F}" srcOrd="1" destOrd="0" presId="urn:microsoft.com/office/officeart/2005/8/layout/orgChart1"/>
    <dgm:cxn modelId="{B5206DAE-9CA8-4385-A790-A6AAC0D70DCF}" type="presParOf" srcId="{03E39C75-0883-4B9A-B6D6-44B80075322B}" destId="{EB4171F2-88AD-4163-940E-FF20CF73291C}" srcOrd="1" destOrd="0" presId="urn:microsoft.com/office/officeart/2005/8/layout/orgChart1"/>
    <dgm:cxn modelId="{E170E4D1-EF3C-4236-9B06-A5CF6D099427}" type="presParOf" srcId="{EB4171F2-88AD-4163-940E-FF20CF73291C}" destId="{E6704B2E-EF46-4B33-BDDB-C407574E97B9}" srcOrd="0" destOrd="0" presId="urn:microsoft.com/office/officeart/2005/8/layout/orgChart1"/>
    <dgm:cxn modelId="{BCDC3E79-EB50-4BFC-BA3D-D01251C801D3}" type="presParOf" srcId="{EB4171F2-88AD-4163-940E-FF20CF73291C}" destId="{0937AABB-020C-43A9-8667-A4F9BD01D4FA}" srcOrd="1" destOrd="0" presId="urn:microsoft.com/office/officeart/2005/8/layout/orgChart1"/>
    <dgm:cxn modelId="{28FAB1C6-AD45-46C8-A34D-22C0F04EC522}" type="presParOf" srcId="{0937AABB-020C-43A9-8667-A4F9BD01D4FA}" destId="{30C1261F-8B65-49CE-9CD0-03187535FD37}" srcOrd="0" destOrd="0" presId="urn:microsoft.com/office/officeart/2005/8/layout/orgChart1"/>
    <dgm:cxn modelId="{FFC1695F-F0FB-4014-9BCC-937E889E6305}" type="presParOf" srcId="{30C1261F-8B65-49CE-9CD0-03187535FD37}" destId="{7E0CE239-8AF4-4426-AEE8-390AFA41FF0C}" srcOrd="0" destOrd="0" presId="urn:microsoft.com/office/officeart/2005/8/layout/orgChart1"/>
    <dgm:cxn modelId="{99D268E0-DDD0-4581-BA56-E873061C2003}" type="presParOf" srcId="{30C1261F-8B65-49CE-9CD0-03187535FD37}" destId="{198A97BF-4050-49EC-898B-7875DDAD14D1}" srcOrd="1" destOrd="0" presId="urn:microsoft.com/office/officeart/2005/8/layout/orgChart1"/>
    <dgm:cxn modelId="{9B0058A1-EF85-4F9C-B567-18246DBA254F}" type="presParOf" srcId="{0937AABB-020C-43A9-8667-A4F9BD01D4FA}" destId="{03BBDAD4-8D10-4F26-BCCF-E08FC7EE9B3B}" srcOrd="1" destOrd="0" presId="urn:microsoft.com/office/officeart/2005/8/layout/orgChart1"/>
    <dgm:cxn modelId="{A8698B94-12C7-4163-B20C-AC13D706399C}" type="presParOf" srcId="{03BBDAD4-8D10-4F26-BCCF-E08FC7EE9B3B}" destId="{BDAFC05D-31BD-487D-B77B-781C59CA6E41}" srcOrd="0" destOrd="0" presId="urn:microsoft.com/office/officeart/2005/8/layout/orgChart1"/>
    <dgm:cxn modelId="{0568BE9C-B20C-488D-8885-3D38B76A60D5}" type="presParOf" srcId="{03BBDAD4-8D10-4F26-BCCF-E08FC7EE9B3B}" destId="{007D4348-6B70-453B-A038-B465AF950888}" srcOrd="1" destOrd="0" presId="urn:microsoft.com/office/officeart/2005/8/layout/orgChart1"/>
    <dgm:cxn modelId="{71938FD0-D2B2-40A3-83EB-B565452721A0}" type="presParOf" srcId="{007D4348-6B70-453B-A038-B465AF950888}" destId="{1A1BC3C4-8724-4F0B-AF31-CAB827D28DB4}" srcOrd="0" destOrd="0" presId="urn:microsoft.com/office/officeart/2005/8/layout/orgChart1"/>
    <dgm:cxn modelId="{D38CC0B3-5D30-4CE3-9ABA-28CB1CCBACF0}" type="presParOf" srcId="{1A1BC3C4-8724-4F0B-AF31-CAB827D28DB4}" destId="{BBCB395C-6DFD-483C-B242-E5EAAF159E0B}" srcOrd="0" destOrd="0" presId="urn:microsoft.com/office/officeart/2005/8/layout/orgChart1"/>
    <dgm:cxn modelId="{5CFC75F7-D447-45E4-8718-895C57FDAF55}" type="presParOf" srcId="{1A1BC3C4-8724-4F0B-AF31-CAB827D28DB4}" destId="{D9FF9AFB-2DE2-4B65-8653-A23B09D821DB}" srcOrd="1" destOrd="0" presId="urn:microsoft.com/office/officeart/2005/8/layout/orgChart1"/>
    <dgm:cxn modelId="{B4C41520-E7D5-4438-B58C-0778C362A13A}" type="presParOf" srcId="{007D4348-6B70-453B-A038-B465AF950888}" destId="{196E12BC-C7BC-45BC-A759-820C4A49C1F2}" srcOrd="1" destOrd="0" presId="urn:microsoft.com/office/officeart/2005/8/layout/orgChart1"/>
    <dgm:cxn modelId="{400EA362-746F-46E0-B3AA-7A1EF7E3B28D}" type="presParOf" srcId="{196E12BC-C7BC-45BC-A759-820C4A49C1F2}" destId="{92236F45-D6EF-448F-8D50-AF5AB068E6DD}" srcOrd="0" destOrd="0" presId="urn:microsoft.com/office/officeart/2005/8/layout/orgChart1"/>
    <dgm:cxn modelId="{57E411F7-84B7-4F02-9255-723CF40E2EED}" type="presParOf" srcId="{196E12BC-C7BC-45BC-A759-820C4A49C1F2}" destId="{113F6A3A-A871-4950-BFBD-AD0AC2CB0898}" srcOrd="1" destOrd="0" presId="urn:microsoft.com/office/officeart/2005/8/layout/orgChart1"/>
    <dgm:cxn modelId="{4CA41AA7-0950-41E6-A05D-DACAD8762E8C}" type="presParOf" srcId="{113F6A3A-A871-4950-BFBD-AD0AC2CB0898}" destId="{B498A744-9C94-4B91-BB75-B05E80B3EDF0}" srcOrd="0" destOrd="0" presId="urn:microsoft.com/office/officeart/2005/8/layout/orgChart1"/>
    <dgm:cxn modelId="{0D9B6A39-FD04-4619-BE28-4F0CA8112E14}" type="presParOf" srcId="{B498A744-9C94-4B91-BB75-B05E80B3EDF0}" destId="{43C0DA6F-F4AC-4712-9DB0-28D1529716A7}" srcOrd="0" destOrd="0" presId="urn:microsoft.com/office/officeart/2005/8/layout/orgChart1"/>
    <dgm:cxn modelId="{C71DE41D-8E77-408C-97DA-61F477F21C08}" type="presParOf" srcId="{B498A744-9C94-4B91-BB75-B05E80B3EDF0}" destId="{9AC00E81-F133-4622-A06B-ED2D5E7C7F7C}" srcOrd="1" destOrd="0" presId="urn:microsoft.com/office/officeart/2005/8/layout/orgChart1"/>
    <dgm:cxn modelId="{C33CDA9B-F133-41DE-B9AA-756E6C2DD518}" type="presParOf" srcId="{113F6A3A-A871-4950-BFBD-AD0AC2CB0898}" destId="{6E485FB2-5BD5-46ED-A100-C4705A414B6E}" srcOrd="1" destOrd="0" presId="urn:microsoft.com/office/officeart/2005/8/layout/orgChart1"/>
    <dgm:cxn modelId="{B6C6501F-5779-4790-92A1-0D1D37A847DD}" type="presParOf" srcId="{113F6A3A-A871-4950-BFBD-AD0AC2CB0898}" destId="{386A834B-F2A0-42DC-9F30-FAC04480078E}" srcOrd="2" destOrd="0" presId="urn:microsoft.com/office/officeart/2005/8/layout/orgChart1"/>
    <dgm:cxn modelId="{691C5BB6-266D-4F03-9ADE-6610EB20A44E}" type="presParOf" srcId="{007D4348-6B70-453B-A038-B465AF950888}" destId="{5855BE32-BDBC-4F33-B6AB-423ECFA435D4}" srcOrd="2" destOrd="0" presId="urn:microsoft.com/office/officeart/2005/8/layout/orgChart1"/>
    <dgm:cxn modelId="{F9FD5A50-0B9F-4FC3-A7BC-957302B6DE33}" type="presParOf" srcId="{0937AABB-020C-43A9-8667-A4F9BD01D4FA}" destId="{EC14B586-44F2-40C5-B0B3-73EADD5850E6}" srcOrd="2" destOrd="0" presId="urn:microsoft.com/office/officeart/2005/8/layout/orgChart1"/>
    <dgm:cxn modelId="{C5B0AD27-5594-4683-A80D-5CEF68146841}" type="presParOf" srcId="{03E39C75-0883-4B9A-B6D6-44B80075322B}" destId="{32134FE0-4F98-4F1D-8526-8664D3DBB696}" srcOrd="2" destOrd="0" presId="urn:microsoft.com/office/officeart/2005/8/layout/orgChart1"/>
    <dgm:cxn modelId="{26B12524-EE57-4187-BE16-8D714DF313D8}" type="presParOf" srcId="{CD888F24-668E-41F0-9079-1F550736E95B}" destId="{19510E25-1305-4704-BDAD-60E463AA23D7}" srcOrd="2" destOrd="0" presId="urn:microsoft.com/office/officeart/2005/8/layout/orgChart1"/>
    <dgm:cxn modelId="{0FD7C130-9352-44A9-8DD2-D8376D79D276}" type="presParOf" srcId="{CD888F24-668E-41F0-9079-1F550736E95B}" destId="{3F28F1C2-81B4-40A0-A188-F783870E0CF3}" srcOrd="3" destOrd="0" presId="urn:microsoft.com/office/officeart/2005/8/layout/orgChart1"/>
    <dgm:cxn modelId="{49D8590A-ACBC-4E58-A3F5-3EAD85AE9BB1}" type="presParOf" srcId="{3F28F1C2-81B4-40A0-A188-F783870E0CF3}" destId="{44C983EC-ECC2-4564-A9F2-259540F7BE86}" srcOrd="0" destOrd="0" presId="urn:microsoft.com/office/officeart/2005/8/layout/orgChart1"/>
    <dgm:cxn modelId="{DA16A87B-B885-449C-AD92-744A4571E118}" type="presParOf" srcId="{44C983EC-ECC2-4564-A9F2-259540F7BE86}" destId="{3205CC6A-F996-4820-86FE-EB38B9AA6655}" srcOrd="0" destOrd="0" presId="urn:microsoft.com/office/officeart/2005/8/layout/orgChart1"/>
    <dgm:cxn modelId="{AAD8A89B-D0E6-4DCF-954B-9E80CCFFAB91}" type="presParOf" srcId="{44C983EC-ECC2-4564-A9F2-259540F7BE86}" destId="{F0E42813-6099-4985-A960-A31041D07E3D}" srcOrd="1" destOrd="0" presId="urn:microsoft.com/office/officeart/2005/8/layout/orgChart1"/>
    <dgm:cxn modelId="{12E8D336-2103-4B69-8A7E-5B51132DFC61}" type="presParOf" srcId="{3F28F1C2-81B4-40A0-A188-F783870E0CF3}" destId="{1DCA06A6-AD81-4F5B-A535-31A10328D35A}" srcOrd="1" destOrd="0" presId="urn:microsoft.com/office/officeart/2005/8/layout/orgChart1"/>
    <dgm:cxn modelId="{1B7373B2-21EC-4EEE-84A5-AE285B443EC0}" type="presParOf" srcId="{1DCA06A6-AD81-4F5B-A535-31A10328D35A}" destId="{36C62796-8258-44E4-82F2-97BCDA1D4116}" srcOrd="0" destOrd="0" presId="urn:microsoft.com/office/officeart/2005/8/layout/orgChart1"/>
    <dgm:cxn modelId="{EE9D9251-1715-40C4-8613-2632C7AF3734}" type="presParOf" srcId="{1DCA06A6-AD81-4F5B-A535-31A10328D35A}" destId="{41971813-6734-4EF7-8F74-2B8E887C9BFC}" srcOrd="1" destOrd="0" presId="urn:microsoft.com/office/officeart/2005/8/layout/orgChart1"/>
    <dgm:cxn modelId="{3326C7F7-E2A8-4DD8-A7D1-8446A29E1711}" type="presParOf" srcId="{41971813-6734-4EF7-8F74-2B8E887C9BFC}" destId="{3BC644FB-8BAE-48E9-AFD5-DF949EB3AB20}" srcOrd="0" destOrd="0" presId="urn:microsoft.com/office/officeart/2005/8/layout/orgChart1"/>
    <dgm:cxn modelId="{9469013B-21F3-4660-8E4D-0F65A6DD3917}" type="presParOf" srcId="{3BC644FB-8BAE-48E9-AFD5-DF949EB3AB20}" destId="{27E2A77A-9CA7-4FE8-B3BF-D2A2C1FF5130}" srcOrd="0" destOrd="0" presId="urn:microsoft.com/office/officeart/2005/8/layout/orgChart1"/>
    <dgm:cxn modelId="{77C2F4CF-9A3D-42CC-879A-DE11FF4A8F2A}" type="presParOf" srcId="{3BC644FB-8BAE-48E9-AFD5-DF949EB3AB20}" destId="{7176CA88-C2A0-47B7-9EC0-F5CEE7D1E408}" srcOrd="1" destOrd="0" presId="urn:microsoft.com/office/officeart/2005/8/layout/orgChart1"/>
    <dgm:cxn modelId="{DA798933-B693-459C-87E6-4F6B1598CC11}" type="presParOf" srcId="{41971813-6734-4EF7-8F74-2B8E887C9BFC}" destId="{3C8AEEE2-8469-4AFD-BBC5-A077AD8CCA9B}" srcOrd="1" destOrd="0" presId="urn:microsoft.com/office/officeart/2005/8/layout/orgChart1"/>
    <dgm:cxn modelId="{73C3A9C1-9E8B-453E-98E1-F718824D82C2}" type="presParOf" srcId="{3C8AEEE2-8469-4AFD-BBC5-A077AD8CCA9B}" destId="{52998909-AF27-4579-A563-429EA50950BA}" srcOrd="0" destOrd="0" presId="urn:microsoft.com/office/officeart/2005/8/layout/orgChart1"/>
    <dgm:cxn modelId="{807AC26F-26F5-4D93-AE93-69966AE25CB7}" type="presParOf" srcId="{3C8AEEE2-8469-4AFD-BBC5-A077AD8CCA9B}" destId="{D3E8DD90-3194-4340-B84D-EA5F1DBBF86B}" srcOrd="1" destOrd="0" presId="urn:microsoft.com/office/officeart/2005/8/layout/orgChart1"/>
    <dgm:cxn modelId="{68D4B92F-5CBC-4BE8-BDBA-2066C3A68225}" type="presParOf" srcId="{D3E8DD90-3194-4340-B84D-EA5F1DBBF86B}" destId="{849BC26E-9826-4001-9BB0-87123E2CD435}" srcOrd="0" destOrd="0" presId="urn:microsoft.com/office/officeart/2005/8/layout/orgChart1"/>
    <dgm:cxn modelId="{308904E1-4E19-4A0F-A6DC-61A2DC9C2E2E}" type="presParOf" srcId="{849BC26E-9826-4001-9BB0-87123E2CD435}" destId="{782240B7-8321-43CC-AF3E-4633F93AD0C6}" srcOrd="0" destOrd="0" presId="urn:microsoft.com/office/officeart/2005/8/layout/orgChart1"/>
    <dgm:cxn modelId="{A9A60B2A-7B00-490E-AAD0-19B671290CBD}" type="presParOf" srcId="{849BC26E-9826-4001-9BB0-87123E2CD435}" destId="{23377278-5E41-4E88-9AB5-690719FA1F86}" srcOrd="1" destOrd="0" presId="urn:microsoft.com/office/officeart/2005/8/layout/orgChart1"/>
    <dgm:cxn modelId="{2F5A5E50-A2AB-4FC6-B346-36D13005D91A}" type="presParOf" srcId="{D3E8DD90-3194-4340-B84D-EA5F1DBBF86B}" destId="{88E15810-5BE9-4D4B-8864-ED5DAD9DFD30}" srcOrd="1" destOrd="0" presId="urn:microsoft.com/office/officeart/2005/8/layout/orgChart1"/>
    <dgm:cxn modelId="{B6C9CD29-EDCC-44B1-89FF-8E386C220B21}" type="presParOf" srcId="{D3E8DD90-3194-4340-B84D-EA5F1DBBF86B}" destId="{C1BF6DDC-A880-497C-BC45-81172F182019}" srcOrd="2" destOrd="0" presId="urn:microsoft.com/office/officeart/2005/8/layout/orgChart1"/>
    <dgm:cxn modelId="{0820E1BF-A574-46E6-93CF-30DE7F7658C1}" type="presParOf" srcId="{3C8AEEE2-8469-4AFD-BBC5-A077AD8CCA9B}" destId="{A70F4857-447C-4397-B3B3-7ADA53C05343}" srcOrd="2" destOrd="0" presId="urn:microsoft.com/office/officeart/2005/8/layout/orgChart1"/>
    <dgm:cxn modelId="{F18370B9-16CB-4B2E-8154-AAD82016BB2C}" type="presParOf" srcId="{3C8AEEE2-8469-4AFD-BBC5-A077AD8CCA9B}" destId="{FCC7FFCA-3A3C-4CFD-88E6-BB389E98DB42}" srcOrd="3" destOrd="0" presId="urn:microsoft.com/office/officeart/2005/8/layout/orgChart1"/>
    <dgm:cxn modelId="{EC061A33-E388-4729-AA46-3926F6BD5F52}" type="presParOf" srcId="{FCC7FFCA-3A3C-4CFD-88E6-BB389E98DB42}" destId="{E4FD76F8-2A8F-43C0-889D-2433E92ED235}" srcOrd="0" destOrd="0" presId="urn:microsoft.com/office/officeart/2005/8/layout/orgChart1"/>
    <dgm:cxn modelId="{F34F06EC-38FF-4313-959B-D03ABF11E6CC}" type="presParOf" srcId="{E4FD76F8-2A8F-43C0-889D-2433E92ED235}" destId="{5DD1C110-53C1-4B4A-81E7-50E4E77E6792}" srcOrd="0" destOrd="0" presId="urn:microsoft.com/office/officeart/2005/8/layout/orgChart1"/>
    <dgm:cxn modelId="{B1EE73E8-6707-4FED-A630-04DDFDD0A60B}" type="presParOf" srcId="{E4FD76F8-2A8F-43C0-889D-2433E92ED235}" destId="{72E0CB24-EA72-4BC3-8605-07812D798B3B}" srcOrd="1" destOrd="0" presId="urn:microsoft.com/office/officeart/2005/8/layout/orgChart1"/>
    <dgm:cxn modelId="{787653AC-18C9-463C-82C5-20DC471AD9C1}" type="presParOf" srcId="{FCC7FFCA-3A3C-4CFD-88E6-BB389E98DB42}" destId="{CE1DDFB7-D7C1-4AD5-8D0D-82B9B67164D6}" srcOrd="1" destOrd="0" presId="urn:microsoft.com/office/officeart/2005/8/layout/orgChart1"/>
    <dgm:cxn modelId="{BE5514E0-58CB-404F-9093-28F4F12B3EB0}" type="presParOf" srcId="{CE1DDFB7-D7C1-4AD5-8D0D-82B9B67164D6}" destId="{7A8D968B-0917-4FD3-807F-72C0290879B3}" srcOrd="0" destOrd="0" presId="urn:microsoft.com/office/officeart/2005/8/layout/orgChart1"/>
    <dgm:cxn modelId="{4D21F3A1-D832-4920-B596-EE43CEE09671}" type="presParOf" srcId="{CE1DDFB7-D7C1-4AD5-8D0D-82B9B67164D6}" destId="{6C9B50E1-1079-4B83-AC59-EB071EDBAFAA}" srcOrd="1" destOrd="0" presId="urn:microsoft.com/office/officeart/2005/8/layout/orgChart1"/>
    <dgm:cxn modelId="{E6629BCF-62D1-450E-AFF9-09E861A9F972}" type="presParOf" srcId="{6C9B50E1-1079-4B83-AC59-EB071EDBAFAA}" destId="{09AFD480-0E28-490F-B945-FC14259C24D3}" srcOrd="0" destOrd="0" presId="urn:microsoft.com/office/officeart/2005/8/layout/orgChart1"/>
    <dgm:cxn modelId="{75DD1B27-58CA-4836-9766-D40B679E4349}" type="presParOf" srcId="{09AFD480-0E28-490F-B945-FC14259C24D3}" destId="{5892B8B5-5670-4417-A77B-326786C3489B}" srcOrd="0" destOrd="0" presId="urn:microsoft.com/office/officeart/2005/8/layout/orgChart1"/>
    <dgm:cxn modelId="{0B234DA3-BFFA-4CF4-97E0-E53C4813DF88}" type="presParOf" srcId="{09AFD480-0E28-490F-B945-FC14259C24D3}" destId="{CE5A3430-621E-4B78-86AE-11D0C3C13800}" srcOrd="1" destOrd="0" presId="urn:microsoft.com/office/officeart/2005/8/layout/orgChart1"/>
    <dgm:cxn modelId="{4E61797A-B5E7-4654-9948-870128CC23EB}" type="presParOf" srcId="{6C9B50E1-1079-4B83-AC59-EB071EDBAFAA}" destId="{D170D42C-F825-42A9-9418-894E309BFB18}" srcOrd="1" destOrd="0" presId="urn:microsoft.com/office/officeart/2005/8/layout/orgChart1"/>
    <dgm:cxn modelId="{C21AE120-6CF8-4D4B-B036-518548488723}" type="presParOf" srcId="{6C9B50E1-1079-4B83-AC59-EB071EDBAFAA}" destId="{F064C826-131D-4C17-AAA9-2CDBADB37F6C}" srcOrd="2" destOrd="0" presId="urn:microsoft.com/office/officeart/2005/8/layout/orgChart1"/>
    <dgm:cxn modelId="{34AF887E-A0D8-400B-8D0D-D00E6F407B54}" type="presParOf" srcId="{FCC7FFCA-3A3C-4CFD-88E6-BB389E98DB42}" destId="{DC54EBB4-4C2E-44D4-89DD-6B0FDCEF7FD4}" srcOrd="2" destOrd="0" presId="urn:microsoft.com/office/officeart/2005/8/layout/orgChart1"/>
    <dgm:cxn modelId="{BA054BA8-9582-4DD7-976F-6B84BA3D7ABA}" type="presParOf" srcId="{41971813-6734-4EF7-8F74-2B8E887C9BFC}" destId="{1482B403-AF36-4B77-B610-C6FBF9FB997A}" srcOrd="2" destOrd="0" presId="urn:microsoft.com/office/officeart/2005/8/layout/orgChart1"/>
    <dgm:cxn modelId="{47F9F944-F9D0-4382-B26E-C073B7F2C5F0}" type="presParOf" srcId="{3F28F1C2-81B4-40A0-A188-F783870E0CF3}" destId="{D48B366F-14F5-4402-B288-D8F39FB53436}" srcOrd="2" destOrd="0" presId="urn:microsoft.com/office/officeart/2005/8/layout/orgChart1"/>
    <dgm:cxn modelId="{EC2CEE2D-146F-4BA5-950B-C5E21CABA616}" type="presParOf" srcId="{7D3BC402-0CE3-4393-8CF6-B3708E754373}" destId="{3B1A2483-0E57-4234-9BA6-EB3338753D9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A9B02C-5A7B-478C-A8A6-A8B5CA22CE9D}">
      <dsp:nvSpPr>
        <dsp:cNvPr id="0" name=""/>
        <dsp:cNvSpPr/>
      </dsp:nvSpPr>
      <dsp:spPr>
        <a:xfrm>
          <a:off x="9971551" y="4460461"/>
          <a:ext cx="159165" cy="380777"/>
        </a:xfrm>
        <a:custGeom>
          <a:avLst/>
          <a:gdLst/>
          <a:ahLst/>
          <a:cxnLst/>
          <a:rect l="0" t="0" r="0" b="0"/>
          <a:pathLst>
            <a:path>
              <a:moveTo>
                <a:pt x="159165" y="380777"/>
              </a:moveTo>
              <a:lnTo>
                <a:pt x="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53BC25-3C1D-4B4F-B1C3-8E3557088B61}">
      <dsp:nvSpPr>
        <dsp:cNvPr id="0" name=""/>
        <dsp:cNvSpPr/>
      </dsp:nvSpPr>
      <dsp:spPr>
        <a:xfrm>
          <a:off x="9267874" y="3560615"/>
          <a:ext cx="1472086" cy="5190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9141"/>
              </a:lnTo>
              <a:lnTo>
                <a:pt x="1472086" y="359141"/>
              </a:lnTo>
              <a:lnTo>
                <a:pt x="1472086" y="5190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1A6228-F673-4D6D-B9FD-26FA19EDFA7D}">
      <dsp:nvSpPr>
        <dsp:cNvPr id="0" name=""/>
        <dsp:cNvSpPr/>
      </dsp:nvSpPr>
      <dsp:spPr>
        <a:xfrm>
          <a:off x="9267874" y="3560615"/>
          <a:ext cx="1478803" cy="5190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9141"/>
              </a:lnTo>
              <a:lnTo>
                <a:pt x="1478803" y="359141"/>
              </a:lnTo>
              <a:lnTo>
                <a:pt x="1478803" y="5190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87D07B-02BC-4D7B-A4F4-B2BCFE9CAE44}">
      <dsp:nvSpPr>
        <dsp:cNvPr id="0" name=""/>
        <dsp:cNvSpPr/>
      </dsp:nvSpPr>
      <dsp:spPr>
        <a:xfrm>
          <a:off x="8497637" y="3560615"/>
          <a:ext cx="770236" cy="519068"/>
        </a:xfrm>
        <a:custGeom>
          <a:avLst/>
          <a:gdLst/>
          <a:ahLst/>
          <a:cxnLst/>
          <a:rect l="0" t="0" r="0" b="0"/>
          <a:pathLst>
            <a:path>
              <a:moveTo>
                <a:pt x="770236" y="0"/>
              </a:moveTo>
              <a:lnTo>
                <a:pt x="770236" y="359141"/>
              </a:lnTo>
              <a:lnTo>
                <a:pt x="0" y="359141"/>
              </a:lnTo>
              <a:lnTo>
                <a:pt x="0" y="5190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012C67-F823-4EA5-A06D-A77AB495B505}">
      <dsp:nvSpPr>
        <dsp:cNvPr id="0" name=""/>
        <dsp:cNvSpPr/>
      </dsp:nvSpPr>
      <dsp:spPr>
        <a:xfrm>
          <a:off x="7212253" y="2457746"/>
          <a:ext cx="2055620" cy="3413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1387"/>
              </a:lnTo>
              <a:lnTo>
                <a:pt x="2055620" y="181387"/>
              </a:lnTo>
              <a:lnTo>
                <a:pt x="2055620" y="3413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EC380-CB2F-4D01-91E0-E49DC6979E71}">
      <dsp:nvSpPr>
        <dsp:cNvPr id="0" name=""/>
        <dsp:cNvSpPr/>
      </dsp:nvSpPr>
      <dsp:spPr>
        <a:xfrm>
          <a:off x="7212253" y="2457746"/>
          <a:ext cx="362530" cy="3413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1387"/>
              </a:lnTo>
              <a:lnTo>
                <a:pt x="362530" y="181387"/>
              </a:lnTo>
              <a:lnTo>
                <a:pt x="362530" y="3413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F3864A-BCC1-423C-B2F3-27B0EF7C9207}">
      <dsp:nvSpPr>
        <dsp:cNvPr id="0" name=""/>
        <dsp:cNvSpPr/>
      </dsp:nvSpPr>
      <dsp:spPr>
        <a:xfrm>
          <a:off x="5876607" y="2457746"/>
          <a:ext cx="1335645" cy="341313"/>
        </a:xfrm>
        <a:custGeom>
          <a:avLst/>
          <a:gdLst/>
          <a:ahLst/>
          <a:cxnLst/>
          <a:rect l="0" t="0" r="0" b="0"/>
          <a:pathLst>
            <a:path>
              <a:moveTo>
                <a:pt x="1335645" y="0"/>
              </a:moveTo>
              <a:lnTo>
                <a:pt x="1335645" y="181387"/>
              </a:lnTo>
              <a:lnTo>
                <a:pt x="0" y="181387"/>
              </a:lnTo>
              <a:lnTo>
                <a:pt x="0" y="3413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3C210A-E761-47CE-B7D2-810EF877AD9F}">
      <dsp:nvSpPr>
        <dsp:cNvPr id="0" name=""/>
        <dsp:cNvSpPr/>
      </dsp:nvSpPr>
      <dsp:spPr>
        <a:xfrm>
          <a:off x="4112465" y="1154428"/>
          <a:ext cx="3099788" cy="5417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1836"/>
              </a:lnTo>
              <a:lnTo>
                <a:pt x="3099788" y="381836"/>
              </a:lnTo>
              <a:lnTo>
                <a:pt x="3099788" y="54176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143944-F361-407D-B497-D685F1A41CE0}">
      <dsp:nvSpPr>
        <dsp:cNvPr id="0" name=""/>
        <dsp:cNvSpPr/>
      </dsp:nvSpPr>
      <dsp:spPr>
        <a:xfrm>
          <a:off x="4029151" y="4251757"/>
          <a:ext cx="152311" cy="385453"/>
        </a:xfrm>
        <a:custGeom>
          <a:avLst/>
          <a:gdLst/>
          <a:ahLst/>
          <a:cxnLst/>
          <a:rect l="0" t="0" r="0" b="0"/>
          <a:pathLst>
            <a:path>
              <a:moveTo>
                <a:pt x="152311" y="385453"/>
              </a:moveTo>
              <a:lnTo>
                <a:pt x="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3DAE3F-57A5-4E45-B8D1-241D7BAD5685}">
      <dsp:nvSpPr>
        <dsp:cNvPr id="0" name=""/>
        <dsp:cNvSpPr/>
      </dsp:nvSpPr>
      <dsp:spPr>
        <a:xfrm>
          <a:off x="3526326" y="3539154"/>
          <a:ext cx="1264379" cy="3365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574"/>
              </a:lnTo>
              <a:lnTo>
                <a:pt x="1264379" y="176574"/>
              </a:lnTo>
              <a:lnTo>
                <a:pt x="1264379" y="33650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DEC6A1-B833-4B82-97D4-F322F00B4328}">
      <dsp:nvSpPr>
        <dsp:cNvPr id="0" name=""/>
        <dsp:cNvSpPr/>
      </dsp:nvSpPr>
      <dsp:spPr>
        <a:xfrm>
          <a:off x="2952464" y="3539154"/>
          <a:ext cx="573862" cy="340453"/>
        </a:xfrm>
        <a:custGeom>
          <a:avLst/>
          <a:gdLst/>
          <a:ahLst/>
          <a:cxnLst/>
          <a:rect l="0" t="0" r="0" b="0"/>
          <a:pathLst>
            <a:path>
              <a:moveTo>
                <a:pt x="573862" y="0"/>
              </a:moveTo>
              <a:lnTo>
                <a:pt x="573862" y="180526"/>
              </a:lnTo>
              <a:lnTo>
                <a:pt x="0" y="180526"/>
              </a:lnTo>
              <a:lnTo>
                <a:pt x="0" y="34045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8BDE7E-4D78-4B9C-80F4-4C086BA669F9}">
      <dsp:nvSpPr>
        <dsp:cNvPr id="0" name=""/>
        <dsp:cNvSpPr/>
      </dsp:nvSpPr>
      <dsp:spPr>
        <a:xfrm>
          <a:off x="3480606" y="2457746"/>
          <a:ext cx="91440" cy="3198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985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C881A9-1B71-4D9F-BA67-DC78438F7256}">
      <dsp:nvSpPr>
        <dsp:cNvPr id="0" name=""/>
        <dsp:cNvSpPr/>
      </dsp:nvSpPr>
      <dsp:spPr>
        <a:xfrm>
          <a:off x="3526326" y="1154428"/>
          <a:ext cx="586138" cy="541762"/>
        </a:xfrm>
        <a:custGeom>
          <a:avLst/>
          <a:gdLst/>
          <a:ahLst/>
          <a:cxnLst/>
          <a:rect l="0" t="0" r="0" b="0"/>
          <a:pathLst>
            <a:path>
              <a:moveTo>
                <a:pt x="586138" y="0"/>
              </a:moveTo>
              <a:lnTo>
                <a:pt x="586138" y="381836"/>
              </a:lnTo>
              <a:lnTo>
                <a:pt x="0" y="381836"/>
              </a:lnTo>
              <a:lnTo>
                <a:pt x="0" y="54176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122F78-D59D-44D3-807A-FD97D84BA56C}">
      <dsp:nvSpPr>
        <dsp:cNvPr id="0" name=""/>
        <dsp:cNvSpPr/>
      </dsp:nvSpPr>
      <dsp:spPr>
        <a:xfrm>
          <a:off x="715835" y="3539154"/>
          <a:ext cx="91440" cy="3198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985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267F8A-C0C7-438F-B07C-BDC05739CE1B}">
      <dsp:nvSpPr>
        <dsp:cNvPr id="0" name=""/>
        <dsp:cNvSpPr/>
      </dsp:nvSpPr>
      <dsp:spPr>
        <a:xfrm>
          <a:off x="715835" y="2457746"/>
          <a:ext cx="91440" cy="31985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985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08A9C9-4990-442A-A441-7EB0A62FD991}">
      <dsp:nvSpPr>
        <dsp:cNvPr id="0" name=""/>
        <dsp:cNvSpPr/>
      </dsp:nvSpPr>
      <dsp:spPr>
        <a:xfrm>
          <a:off x="761555" y="1154428"/>
          <a:ext cx="3350910" cy="541762"/>
        </a:xfrm>
        <a:custGeom>
          <a:avLst/>
          <a:gdLst/>
          <a:ahLst/>
          <a:cxnLst/>
          <a:rect l="0" t="0" r="0" b="0"/>
          <a:pathLst>
            <a:path>
              <a:moveTo>
                <a:pt x="3350910" y="0"/>
              </a:moveTo>
              <a:lnTo>
                <a:pt x="3350910" y="381836"/>
              </a:lnTo>
              <a:lnTo>
                <a:pt x="0" y="381836"/>
              </a:lnTo>
              <a:lnTo>
                <a:pt x="0" y="54176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F6228C-AC50-4AF9-ACAD-70B566A399B5}">
      <dsp:nvSpPr>
        <dsp:cNvPr id="0" name=""/>
        <dsp:cNvSpPr/>
      </dsp:nvSpPr>
      <dsp:spPr>
        <a:xfrm>
          <a:off x="3350910" y="392873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100" kern="1200" dirty="0"/>
            <a:t>Program</a:t>
          </a:r>
          <a:endParaRPr kumimoji="1" lang="ja-JP" altLang="en-US" sz="1100" kern="1200" dirty="0"/>
        </a:p>
      </dsp:txBody>
      <dsp:txXfrm>
        <a:off x="3350910" y="392873"/>
        <a:ext cx="1523110" cy="761555"/>
      </dsp:txXfrm>
    </dsp:sp>
    <dsp:sp modelId="{B61D70DD-369F-44EC-B574-34725D6EAEE2}">
      <dsp:nvSpPr>
        <dsp:cNvPr id="0" name=""/>
        <dsp:cNvSpPr/>
      </dsp:nvSpPr>
      <dsp:spPr>
        <a:xfrm>
          <a:off x="0" y="1696191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100" b="0" kern="1200" dirty="0"/>
            <a:t>VariableDeclaration</a:t>
          </a:r>
          <a:endParaRPr kumimoji="1" lang="ja-JP" altLang="en-US" sz="1100" kern="1200" dirty="0"/>
        </a:p>
      </dsp:txBody>
      <dsp:txXfrm>
        <a:off x="0" y="1696191"/>
        <a:ext cx="1523110" cy="761555"/>
      </dsp:txXfrm>
    </dsp:sp>
    <dsp:sp modelId="{BE413C76-0E82-40B1-AC03-D25797E6C3C2}">
      <dsp:nvSpPr>
        <dsp:cNvPr id="0" name=""/>
        <dsp:cNvSpPr/>
      </dsp:nvSpPr>
      <dsp:spPr>
        <a:xfrm>
          <a:off x="0" y="2777599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100" b="0" kern="1200" dirty="0"/>
            <a:t>VariableDeclaration</a:t>
          </a:r>
          <a:endParaRPr kumimoji="1" lang="ja-JP" altLang="en-US" sz="1100" kern="1200" dirty="0"/>
        </a:p>
      </dsp:txBody>
      <dsp:txXfrm>
        <a:off x="0" y="2777599"/>
        <a:ext cx="1523110" cy="761555"/>
      </dsp:txXfrm>
    </dsp:sp>
    <dsp:sp modelId="{DA0F20C9-6EE6-4A2B-A2EC-677A1FA8B671}">
      <dsp:nvSpPr>
        <dsp:cNvPr id="0" name=""/>
        <dsp:cNvSpPr/>
      </dsp:nvSpPr>
      <dsp:spPr>
        <a:xfrm>
          <a:off x="0" y="3859007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100" b="0" kern="1200" dirty="0"/>
            <a:t>Identifier</a:t>
          </a:r>
          <a:endParaRPr kumimoji="1" lang="ja-JP" altLang="en-US" sz="1100" kern="1200" dirty="0"/>
        </a:p>
      </dsp:txBody>
      <dsp:txXfrm>
        <a:off x="0" y="3859007"/>
        <a:ext cx="1523110" cy="761555"/>
      </dsp:txXfrm>
    </dsp:sp>
    <dsp:sp modelId="{A54E3F3C-F71C-4F01-AEA0-2BB8D27BD540}">
      <dsp:nvSpPr>
        <dsp:cNvPr id="0" name=""/>
        <dsp:cNvSpPr/>
      </dsp:nvSpPr>
      <dsp:spPr>
        <a:xfrm>
          <a:off x="2764771" y="1696191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100" b="0" kern="1200" dirty="0"/>
            <a:t>ExpressionStatement</a:t>
          </a:r>
          <a:endParaRPr kumimoji="1" lang="ja-JP" altLang="en-US" sz="1100" kern="1200" dirty="0"/>
        </a:p>
      </dsp:txBody>
      <dsp:txXfrm>
        <a:off x="2764771" y="1696191"/>
        <a:ext cx="1523110" cy="761555"/>
      </dsp:txXfrm>
    </dsp:sp>
    <dsp:sp modelId="{982ECB26-CCB6-4CCD-9243-73C64BB95C7F}">
      <dsp:nvSpPr>
        <dsp:cNvPr id="0" name=""/>
        <dsp:cNvSpPr/>
      </dsp:nvSpPr>
      <dsp:spPr>
        <a:xfrm>
          <a:off x="2764771" y="2777599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100" b="0" kern="1200" dirty="0"/>
            <a:t>AssignmentExpression</a:t>
          </a:r>
          <a:endParaRPr kumimoji="1" lang="ja-JP" altLang="en-US" sz="1100" kern="1200" dirty="0"/>
        </a:p>
      </dsp:txBody>
      <dsp:txXfrm>
        <a:off x="2764771" y="2777599"/>
        <a:ext cx="1523110" cy="761555"/>
      </dsp:txXfrm>
    </dsp:sp>
    <dsp:sp modelId="{72DE5C14-8D3C-4ABD-AA96-1C52BC2951C3}">
      <dsp:nvSpPr>
        <dsp:cNvPr id="0" name=""/>
        <dsp:cNvSpPr/>
      </dsp:nvSpPr>
      <dsp:spPr>
        <a:xfrm>
          <a:off x="2190909" y="3879607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100" b="0" kern="1200" dirty="0"/>
            <a:t>Identifier</a:t>
          </a:r>
          <a:endParaRPr kumimoji="1" lang="ja-JP" altLang="en-US" sz="1100" kern="1200" dirty="0"/>
        </a:p>
      </dsp:txBody>
      <dsp:txXfrm>
        <a:off x="2190909" y="3879607"/>
        <a:ext cx="1523110" cy="761555"/>
      </dsp:txXfrm>
    </dsp:sp>
    <dsp:sp modelId="{5E3336C1-FAFA-427E-B03B-376907B8D3BB}">
      <dsp:nvSpPr>
        <dsp:cNvPr id="0" name=""/>
        <dsp:cNvSpPr/>
      </dsp:nvSpPr>
      <dsp:spPr>
        <a:xfrm>
          <a:off x="4029151" y="3875655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100" b="0" kern="1200" dirty="0"/>
            <a:t>Literal</a:t>
          </a:r>
          <a:endParaRPr kumimoji="1" lang="ja-JP" altLang="en-US" sz="1100" kern="1200" dirty="0"/>
        </a:p>
      </dsp:txBody>
      <dsp:txXfrm>
        <a:off x="4029151" y="3875655"/>
        <a:ext cx="1523110" cy="761555"/>
      </dsp:txXfrm>
    </dsp:sp>
    <dsp:sp modelId="{51632018-14A4-44FB-9987-E95976AB3F5F}">
      <dsp:nvSpPr>
        <dsp:cNvPr id="0" name=""/>
        <dsp:cNvSpPr/>
      </dsp:nvSpPr>
      <dsp:spPr>
        <a:xfrm>
          <a:off x="4029151" y="3870979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100" kern="1200" dirty="0"/>
            <a:t>Literal</a:t>
          </a:r>
          <a:endParaRPr kumimoji="1" lang="ja-JP" altLang="en-US" sz="1100" kern="1200" dirty="0"/>
        </a:p>
      </dsp:txBody>
      <dsp:txXfrm>
        <a:off x="4029151" y="3870979"/>
        <a:ext cx="1523110" cy="761555"/>
      </dsp:txXfrm>
    </dsp:sp>
    <dsp:sp modelId="{3C31BD7B-81B2-4E80-BB03-27A04A48DD33}">
      <dsp:nvSpPr>
        <dsp:cNvPr id="0" name=""/>
        <dsp:cNvSpPr/>
      </dsp:nvSpPr>
      <dsp:spPr>
        <a:xfrm>
          <a:off x="6450698" y="1696191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100" b="0" kern="1200" dirty="0"/>
            <a:t>ExpressionStatement</a:t>
          </a:r>
          <a:endParaRPr kumimoji="1" lang="ja-JP" altLang="en-US" sz="1100" kern="1200" dirty="0"/>
        </a:p>
      </dsp:txBody>
      <dsp:txXfrm>
        <a:off x="6450698" y="1696191"/>
        <a:ext cx="1523110" cy="761555"/>
      </dsp:txXfrm>
    </dsp:sp>
    <dsp:sp modelId="{B0586E92-9872-491A-B903-EF1E3BABCD0B}">
      <dsp:nvSpPr>
        <dsp:cNvPr id="0" name=""/>
        <dsp:cNvSpPr/>
      </dsp:nvSpPr>
      <dsp:spPr>
        <a:xfrm>
          <a:off x="5115052" y="2799060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100" b="0" kern="1200" dirty="0"/>
            <a:t>CallExpression</a:t>
          </a:r>
          <a:endParaRPr kumimoji="1" lang="ja-JP" altLang="en-US" sz="1100" kern="1200" dirty="0"/>
        </a:p>
      </dsp:txBody>
      <dsp:txXfrm>
        <a:off x="5115052" y="2799060"/>
        <a:ext cx="1523110" cy="761555"/>
      </dsp:txXfrm>
    </dsp:sp>
    <dsp:sp modelId="{2085FF8F-0017-46BC-8036-011FEC2F7571}">
      <dsp:nvSpPr>
        <dsp:cNvPr id="0" name=""/>
        <dsp:cNvSpPr/>
      </dsp:nvSpPr>
      <dsp:spPr>
        <a:xfrm>
          <a:off x="6813229" y="2799060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1100" b="0" kern="1200" dirty="0"/>
            <a:t>Identifier</a:t>
          </a:r>
          <a:endParaRPr kumimoji="1" lang="ja-JP" altLang="en-US" sz="1100" kern="1200" dirty="0"/>
        </a:p>
      </dsp:txBody>
      <dsp:txXfrm>
        <a:off x="6813229" y="2799060"/>
        <a:ext cx="1523110" cy="761555"/>
      </dsp:txXfrm>
    </dsp:sp>
    <dsp:sp modelId="{D73099EC-A278-4774-87EE-DAD499904C64}">
      <dsp:nvSpPr>
        <dsp:cNvPr id="0" name=""/>
        <dsp:cNvSpPr/>
      </dsp:nvSpPr>
      <dsp:spPr>
        <a:xfrm>
          <a:off x="8506318" y="2799060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100" b="0" kern="1200" dirty="0"/>
            <a:t>MemberExpression</a:t>
          </a:r>
          <a:endParaRPr kumimoji="1" lang="ja-JP" altLang="en-US" sz="1100" kern="1200" dirty="0"/>
        </a:p>
      </dsp:txBody>
      <dsp:txXfrm>
        <a:off x="8506318" y="2799060"/>
        <a:ext cx="1523110" cy="761555"/>
      </dsp:txXfrm>
    </dsp:sp>
    <dsp:sp modelId="{A174D533-9AEA-479A-8B2B-7A636C87D83C}">
      <dsp:nvSpPr>
        <dsp:cNvPr id="0" name=""/>
        <dsp:cNvSpPr/>
      </dsp:nvSpPr>
      <dsp:spPr>
        <a:xfrm>
          <a:off x="7736082" y="4079683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100" b="0" kern="1200" dirty="0"/>
            <a:t>Identifier</a:t>
          </a:r>
          <a:endParaRPr lang="en-US" altLang="ja-JP" sz="1100" b="0" kern="1200" dirty="0"/>
        </a:p>
      </dsp:txBody>
      <dsp:txXfrm>
        <a:off x="7736082" y="4079683"/>
        <a:ext cx="1523110" cy="761555"/>
      </dsp:txXfrm>
    </dsp:sp>
    <dsp:sp modelId="{A9AF9B38-D308-435E-A5CF-DB47AD5F2969}">
      <dsp:nvSpPr>
        <dsp:cNvPr id="0" name=""/>
        <dsp:cNvSpPr/>
      </dsp:nvSpPr>
      <dsp:spPr>
        <a:xfrm>
          <a:off x="9985122" y="4079683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100" b="0" kern="1200" dirty="0"/>
            <a:t>Identifier</a:t>
          </a:r>
          <a:endParaRPr lang="en-US" altLang="ja-JP" sz="1100" b="0" kern="1200" dirty="0"/>
        </a:p>
      </dsp:txBody>
      <dsp:txXfrm>
        <a:off x="9985122" y="4079683"/>
        <a:ext cx="1523110" cy="761555"/>
      </dsp:txXfrm>
    </dsp:sp>
    <dsp:sp modelId="{437C9ABC-29D9-4972-A645-62A09BFB1ACD}">
      <dsp:nvSpPr>
        <dsp:cNvPr id="0" name=""/>
        <dsp:cNvSpPr/>
      </dsp:nvSpPr>
      <dsp:spPr>
        <a:xfrm>
          <a:off x="9978405" y="4079683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ja-JP" sz="1100" b="0" kern="1200" dirty="0"/>
        </a:p>
      </dsp:txBody>
      <dsp:txXfrm>
        <a:off x="9978405" y="4079683"/>
        <a:ext cx="1523110" cy="761555"/>
      </dsp:txXfrm>
    </dsp:sp>
    <dsp:sp modelId="{3FC9979D-4C05-4DA0-B93F-9B72245C44AE}">
      <dsp:nvSpPr>
        <dsp:cNvPr id="0" name=""/>
        <dsp:cNvSpPr/>
      </dsp:nvSpPr>
      <dsp:spPr>
        <a:xfrm>
          <a:off x="9971551" y="4079683"/>
          <a:ext cx="1523110" cy="7615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1100" b="0" kern="1200" dirty="0"/>
            <a:t>Identifier</a:t>
          </a:r>
        </a:p>
      </dsp:txBody>
      <dsp:txXfrm>
        <a:off x="9971551" y="4079683"/>
        <a:ext cx="1523110" cy="7615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8D968B-0917-4FD3-807F-72C0290879B3}">
      <dsp:nvSpPr>
        <dsp:cNvPr id="0" name=""/>
        <dsp:cNvSpPr/>
      </dsp:nvSpPr>
      <dsp:spPr>
        <a:xfrm>
          <a:off x="5034513" y="3860749"/>
          <a:ext cx="140711" cy="405921"/>
        </a:xfrm>
        <a:custGeom>
          <a:avLst/>
          <a:gdLst/>
          <a:ahLst/>
          <a:cxnLst/>
          <a:rect l="0" t="0" r="0" b="0"/>
          <a:pathLst>
            <a:path>
              <a:moveTo>
                <a:pt x="140711" y="405921"/>
              </a:moveTo>
              <a:lnTo>
                <a:pt x="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0F4857-447C-4397-B3B3-7ADA53C05343}">
      <dsp:nvSpPr>
        <dsp:cNvPr id="0" name=""/>
        <dsp:cNvSpPr/>
      </dsp:nvSpPr>
      <dsp:spPr>
        <a:xfrm>
          <a:off x="4842668" y="3114890"/>
          <a:ext cx="981447" cy="3406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333"/>
              </a:lnTo>
              <a:lnTo>
                <a:pt x="981447" y="170333"/>
              </a:lnTo>
              <a:lnTo>
                <a:pt x="981447" y="34066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998909-AF27-4579-A563-429EA50950BA}">
      <dsp:nvSpPr>
        <dsp:cNvPr id="0" name=""/>
        <dsp:cNvSpPr/>
      </dsp:nvSpPr>
      <dsp:spPr>
        <a:xfrm>
          <a:off x="3861221" y="3114890"/>
          <a:ext cx="981447" cy="340667"/>
        </a:xfrm>
        <a:custGeom>
          <a:avLst/>
          <a:gdLst/>
          <a:ahLst/>
          <a:cxnLst/>
          <a:rect l="0" t="0" r="0" b="0"/>
          <a:pathLst>
            <a:path>
              <a:moveTo>
                <a:pt x="981447" y="0"/>
              </a:moveTo>
              <a:lnTo>
                <a:pt x="981447" y="170333"/>
              </a:lnTo>
              <a:lnTo>
                <a:pt x="0" y="170333"/>
              </a:lnTo>
              <a:lnTo>
                <a:pt x="0" y="34066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C62796-8258-44E4-82F2-97BCDA1D4116}">
      <dsp:nvSpPr>
        <dsp:cNvPr id="0" name=""/>
        <dsp:cNvSpPr/>
      </dsp:nvSpPr>
      <dsp:spPr>
        <a:xfrm>
          <a:off x="4796948" y="1963109"/>
          <a:ext cx="91440" cy="3406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066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510E25-1305-4704-BDAD-60E463AA23D7}">
      <dsp:nvSpPr>
        <dsp:cNvPr id="0" name=""/>
        <dsp:cNvSpPr/>
      </dsp:nvSpPr>
      <dsp:spPr>
        <a:xfrm>
          <a:off x="3370498" y="811328"/>
          <a:ext cx="1472170" cy="3406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333"/>
              </a:lnTo>
              <a:lnTo>
                <a:pt x="1472170" y="170333"/>
              </a:lnTo>
              <a:lnTo>
                <a:pt x="1472170" y="34066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236F45-D6EF-448F-8D50-AF5AB068E6DD}">
      <dsp:nvSpPr>
        <dsp:cNvPr id="0" name=""/>
        <dsp:cNvSpPr/>
      </dsp:nvSpPr>
      <dsp:spPr>
        <a:xfrm>
          <a:off x="1110314" y="3833682"/>
          <a:ext cx="158994" cy="415062"/>
        </a:xfrm>
        <a:custGeom>
          <a:avLst/>
          <a:gdLst/>
          <a:ahLst/>
          <a:cxnLst/>
          <a:rect l="0" t="0" r="0" b="0"/>
          <a:pathLst>
            <a:path>
              <a:moveTo>
                <a:pt x="158994" y="415062"/>
              </a:moveTo>
              <a:lnTo>
                <a:pt x="0" y="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AFC05D-31BD-487D-B77B-781C59CA6E41}">
      <dsp:nvSpPr>
        <dsp:cNvPr id="0" name=""/>
        <dsp:cNvSpPr/>
      </dsp:nvSpPr>
      <dsp:spPr>
        <a:xfrm>
          <a:off x="1852607" y="3114890"/>
          <a:ext cx="91440" cy="3227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2408"/>
              </a:lnTo>
              <a:lnTo>
                <a:pt x="65592" y="152408"/>
              </a:lnTo>
              <a:lnTo>
                <a:pt x="65592" y="32274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704B2E-EF46-4B33-BDDB-C407574E97B9}">
      <dsp:nvSpPr>
        <dsp:cNvPr id="0" name=""/>
        <dsp:cNvSpPr/>
      </dsp:nvSpPr>
      <dsp:spPr>
        <a:xfrm>
          <a:off x="1852607" y="1963109"/>
          <a:ext cx="91440" cy="3406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066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1C216E-AA2E-4981-BE12-78B0CC3E4037}">
      <dsp:nvSpPr>
        <dsp:cNvPr id="0" name=""/>
        <dsp:cNvSpPr/>
      </dsp:nvSpPr>
      <dsp:spPr>
        <a:xfrm>
          <a:off x="1898327" y="811328"/>
          <a:ext cx="1472170" cy="340667"/>
        </a:xfrm>
        <a:custGeom>
          <a:avLst/>
          <a:gdLst/>
          <a:ahLst/>
          <a:cxnLst/>
          <a:rect l="0" t="0" r="0" b="0"/>
          <a:pathLst>
            <a:path>
              <a:moveTo>
                <a:pt x="1472170" y="0"/>
              </a:moveTo>
              <a:lnTo>
                <a:pt x="1472170" y="170333"/>
              </a:lnTo>
              <a:lnTo>
                <a:pt x="0" y="170333"/>
              </a:lnTo>
              <a:lnTo>
                <a:pt x="0" y="34066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3A9475-DF14-4CA1-B43C-1E2F545D36D2}">
      <dsp:nvSpPr>
        <dsp:cNvPr id="0" name=""/>
        <dsp:cNvSpPr/>
      </dsp:nvSpPr>
      <dsp:spPr>
        <a:xfrm>
          <a:off x="2559384" y="215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200" kern="1200" dirty="0"/>
            <a:t>Program</a:t>
          </a:r>
          <a:endParaRPr kumimoji="1" lang="ja-JP" altLang="en-US" sz="1200" kern="1200" dirty="0"/>
        </a:p>
      </dsp:txBody>
      <dsp:txXfrm>
        <a:off x="2559384" y="215"/>
        <a:ext cx="1622226" cy="811113"/>
      </dsp:txXfrm>
    </dsp:sp>
    <dsp:sp modelId="{655C271D-32AE-44DF-9827-D1E89858E8D5}">
      <dsp:nvSpPr>
        <dsp:cNvPr id="0" name=""/>
        <dsp:cNvSpPr/>
      </dsp:nvSpPr>
      <dsp:spPr>
        <a:xfrm>
          <a:off x="1087214" y="1151995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200" b="0" kern="1200" dirty="0"/>
            <a:t>VariableDeclaration</a:t>
          </a:r>
          <a:endParaRPr kumimoji="1" lang="ja-JP" altLang="en-US" sz="1200" kern="1200" dirty="0"/>
        </a:p>
      </dsp:txBody>
      <dsp:txXfrm>
        <a:off x="1087214" y="1151995"/>
        <a:ext cx="1622226" cy="811113"/>
      </dsp:txXfrm>
    </dsp:sp>
    <dsp:sp modelId="{7E0CE239-8AF4-4426-AEE8-390AFA41FF0C}">
      <dsp:nvSpPr>
        <dsp:cNvPr id="0" name=""/>
        <dsp:cNvSpPr/>
      </dsp:nvSpPr>
      <dsp:spPr>
        <a:xfrm>
          <a:off x="1087214" y="2303776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200" b="0" kern="1200" dirty="0"/>
            <a:t>VariableDeclaration</a:t>
          </a:r>
          <a:endParaRPr kumimoji="1" lang="ja-JP" altLang="en-US" sz="1200" kern="1200" dirty="0"/>
        </a:p>
      </dsp:txBody>
      <dsp:txXfrm>
        <a:off x="1087214" y="2303776"/>
        <a:ext cx="1622226" cy="811113"/>
      </dsp:txXfrm>
    </dsp:sp>
    <dsp:sp modelId="{BBCB395C-6DFD-483C-B242-E5EAAF159E0B}">
      <dsp:nvSpPr>
        <dsp:cNvPr id="0" name=""/>
        <dsp:cNvSpPr/>
      </dsp:nvSpPr>
      <dsp:spPr>
        <a:xfrm>
          <a:off x="1107086" y="3437632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200" b="0" kern="1200" dirty="0"/>
            <a:t>Identifier</a:t>
          </a:r>
          <a:endParaRPr kumimoji="1" lang="ja-JP" altLang="en-US" sz="1200" kern="1200" dirty="0"/>
        </a:p>
      </dsp:txBody>
      <dsp:txXfrm>
        <a:off x="1107086" y="3437632"/>
        <a:ext cx="1622226" cy="811113"/>
      </dsp:txXfrm>
    </dsp:sp>
    <dsp:sp modelId="{43C0DA6F-F4AC-4712-9DB0-28D1529716A7}">
      <dsp:nvSpPr>
        <dsp:cNvPr id="0" name=""/>
        <dsp:cNvSpPr/>
      </dsp:nvSpPr>
      <dsp:spPr>
        <a:xfrm>
          <a:off x="1110314" y="3428125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200" b="0" kern="1200" dirty="0"/>
            <a:t>Identifier</a:t>
          </a:r>
          <a:endParaRPr kumimoji="1" lang="ja-JP" altLang="en-US" sz="1200" kern="1200" dirty="0"/>
        </a:p>
      </dsp:txBody>
      <dsp:txXfrm>
        <a:off x="1110314" y="3428125"/>
        <a:ext cx="1622226" cy="811113"/>
      </dsp:txXfrm>
    </dsp:sp>
    <dsp:sp modelId="{3205CC6A-F996-4820-86FE-EB38B9AA6655}">
      <dsp:nvSpPr>
        <dsp:cNvPr id="0" name=""/>
        <dsp:cNvSpPr/>
      </dsp:nvSpPr>
      <dsp:spPr>
        <a:xfrm>
          <a:off x="4031555" y="1151996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200" b="0" kern="1200" dirty="0"/>
            <a:t>ExpressionStatement</a:t>
          </a:r>
          <a:endParaRPr kumimoji="1" lang="ja-JP" altLang="en-US" sz="1200" kern="1200" dirty="0"/>
        </a:p>
      </dsp:txBody>
      <dsp:txXfrm>
        <a:off x="4031555" y="1151996"/>
        <a:ext cx="1622226" cy="811113"/>
      </dsp:txXfrm>
    </dsp:sp>
    <dsp:sp modelId="{27E2A77A-9CA7-4FE8-B3BF-D2A2C1FF5130}">
      <dsp:nvSpPr>
        <dsp:cNvPr id="0" name=""/>
        <dsp:cNvSpPr/>
      </dsp:nvSpPr>
      <dsp:spPr>
        <a:xfrm>
          <a:off x="4031555" y="2303776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200" b="0" kern="1200" dirty="0"/>
            <a:t>AssignmentExpression</a:t>
          </a:r>
          <a:endParaRPr kumimoji="1" lang="ja-JP" altLang="en-US" sz="1200" kern="1200" dirty="0"/>
        </a:p>
      </dsp:txBody>
      <dsp:txXfrm>
        <a:off x="4031555" y="2303776"/>
        <a:ext cx="1622226" cy="811113"/>
      </dsp:txXfrm>
    </dsp:sp>
    <dsp:sp modelId="{782240B7-8321-43CC-AF3E-4633F93AD0C6}">
      <dsp:nvSpPr>
        <dsp:cNvPr id="0" name=""/>
        <dsp:cNvSpPr/>
      </dsp:nvSpPr>
      <dsp:spPr>
        <a:xfrm>
          <a:off x="3050108" y="3455557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200" b="0" kern="1200" dirty="0"/>
            <a:t>Identifier</a:t>
          </a:r>
          <a:endParaRPr kumimoji="1" lang="ja-JP" altLang="en-US" sz="1200" kern="1200" dirty="0"/>
        </a:p>
      </dsp:txBody>
      <dsp:txXfrm>
        <a:off x="3050108" y="3455557"/>
        <a:ext cx="1622226" cy="811113"/>
      </dsp:txXfrm>
    </dsp:sp>
    <dsp:sp modelId="{5DD1C110-53C1-4B4A-81E7-50E4E77E6792}">
      <dsp:nvSpPr>
        <dsp:cNvPr id="0" name=""/>
        <dsp:cNvSpPr/>
      </dsp:nvSpPr>
      <dsp:spPr>
        <a:xfrm>
          <a:off x="5013002" y="3455557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200" b="0" kern="1200" dirty="0"/>
            <a:t>Literal</a:t>
          </a:r>
          <a:endParaRPr kumimoji="1" lang="ja-JP" altLang="en-US" sz="1200" kern="1200" dirty="0"/>
        </a:p>
      </dsp:txBody>
      <dsp:txXfrm>
        <a:off x="5013002" y="3455557"/>
        <a:ext cx="1622226" cy="811113"/>
      </dsp:txXfrm>
    </dsp:sp>
    <dsp:sp modelId="{5892B8B5-5670-4417-A77B-326786C3489B}">
      <dsp:nvSpPr>
        <dsp:cNvPr id="0" name=""/>
        <dsp:cNvSpPr/>
      </dsp:nvSpPr>
      <dsp:spPr>
        <a:xfrm>
          <a:off x="5034513" y="3455192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ja-JP" sz="1200" b="0" kern="1200" dirty="0"/>
            <a:t>Li</a:t>
          </a:r>
          <a:r>
            <a:rPr lang="ja-JP" sz="1200" b="0" kern="1200" dirty="0"/>
            <a:t>teral</a:t>
          </a:r>
          <a:endParaRPr kumimoji="1" lang="ja-JP" altLang="en-US" sz="1200" kern="1200" dirty="0"/>
        </a:p>
      </dsp:txBody>
      <dsp:txXfrm>
        <a:off x="5034513" y="3455192"/>
        <a:ext cx="1622226" cy="8111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D4D922-A988-2AEC-B78C-E182E5654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329FE6C-01A6-DA37-EA71-9A16ACA95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310903-3DAC-D7D4-F24F-F56039FC6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698-204D-421F-89D9-4BA50511E0D8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18A49B-4F00-B04B-4EDC-A6479B62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9448E2-A294-3ECE-E57A-9A9BCEF4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4B91-99BD-42BE-A347-05C77C62EF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9953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168F92-AFCF-4D07-94C5-753934862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A3BCE2-A3BB-6C84-1DA6-249CD4609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39F097-B708-B775-EF4E-F0AB52ED1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698-204D-421F-89D9-4BA50511E0D8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294BF4-B98D-B72C-99A9-1EAF95775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8A0603-8672-786B-3374-7DF6D0BF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4B91-99BD-42BE-A347-05C77C62EF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8666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3D4D9-C480-6918-10AC-8DE84B173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32F2A0-6DBA-44A1-FD2B-4E60BB3AC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AA4F32-5913-7D7F-FDFB-A597376D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698-204D-421F-89D9-4BA50511E0D8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328FAF-E930-2747-2421-63E2694A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BD8D18-1097-FA94-9476-DDF0475E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4B91-99BD-42BE-A347-05C77C62EF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75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E46535-C208-DE17-7A4C-E520DF22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A6D2D1-9962-A907-15FA-DA71B64673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E0AB2EC-5FFD-D3A1-50F2-67C000DCD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682E29D-4CA4-15DD-3E96-68AC4511F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698-204D-421F-89D9-4BA50511E0D8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FD2F5A-1F37-70F1-954C-BFE1456A8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E1F329-B6EC-CCC6-0333-43808968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4B91-99BD-42BE-A347-05C77C62EF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6641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1D3F75-4346-DCF0-421E-A95E7CEC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92B9E3-AB4C-BF26-C418-518940354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D00C8EF-D762-89AF-5F8B-21DBD64D7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326A05E-FDCA-0E8B-D517-F1AC6C5B9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9267B57-A05C-B120-1913-14A73A0F9C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E1766A7-41D8-DD0A-1012-81BCBB72F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698-204D-421F-89D9-4BA50511E0D8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586370A-A75C-017A-99D4-052DA4C1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E6B7824-E6B8-A7ED-3F30-55F5CAE7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4B91-99BD-42BE-A347-05C77C62EF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571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FCBB5B-0CC6-E00D-A711-FAAC99A57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A2F64A1-3A8D-6378-ACA4-BE935E74D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698-204D-421F-89D9-4BA50511E0D8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DA51150-F781-E911-3F23-025C6959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C889B1-87C5-EFB9-F222-744BD0D7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4B91-99BD-42BE-A347-05C77C62EF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560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59C907-8CCD-8140-C51B-642F73E0D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698-204D-421F-89D9-4BA50511E0D8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76DC59-13D8-F178-67D6-84D934C0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45726C0-1C1E-E914-41AC-C736E64B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4B91-99BD-42BE-A347-05C77C62EF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8409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D78C8D-4F59-A5E4-FD7A-369BF60DA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B9E0D3-FC54-CCD6-0FEB-E8992009E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88F563-1776-A543-961A-474E95F5C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8D34B8-028C-1DC9-8822-10320BF60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698-204D-421F-89D9-4BA50511E0D8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F28339-85F1-D5D9-332C-B5306AF1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C832C7-8790-2987-C90E-FBA95FE1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4B91-99BD-42BE-A347-05C77C62EF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0607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278B4E-B572-2A23-CC67-C8C3AC77A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D44794C-74E2-E5C5-2C6B-631F5FE83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0C72F5C-9B1C-AFBF-A5BD-436502780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36C40E-CBC1-8E93-87E4-9D59D84E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698-204D-421F-89D9-4BA50511E0D8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1464BF-C35A-E305-A0C6-A30C96777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4EC544-FF5A-C081-7E09-B7C54DC6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4B91-99BD-42BE-A347-05C77C62EF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116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C57189-04BD-B1A9-03E2-328E73244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E72FD2B-FCB1-7B9F-3C50-46889E99E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F5BEE2-727D-6929-3368-458F3010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698-204D-421F-89D9-4BA50511E0D8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F2C7BA-4DC9-D733-71E4-409B522E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1EB07C-FB12-A150-09C6-FFD23DD1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4B91-99BD-42BE-A347-05C77C62EF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45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E5F8C29-BC0E-ECE6-DFA9-85BF6B41B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35AF10-7E56-CA83-950C-078CCCCDC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BAEDBE-95BE-7899-9A39-DC9FE2BFA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698-204D-421F-89D9-4BA50511E0D8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CF1811-6616-5940-A716-6BAF111A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ACC582-A067-4983-F1CB-83C368C1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4B91-99BD-42BE-A347-05C77C62EF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295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C81454-150E-3075-11DF-DAB7EF371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B3A178-6791-4FFF-3D6E-D6207F676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76FBBF-928F-E2AD-AEB1-B4A12E1D3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F24698-204D-421F-89D9-4BA50511E0D8}" type="datetimeFigureOut">
              <a:rPr kumimoji="1" lang="ja-JP" altLang="en-US" smtClean="0"/>
              <a:t>2026/8/12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90EB5E-3D6C-A5DF-5CA0-2041419E9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D395E3-4931-E708-DD8D-3047531A9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694B91-99BD-42BE-A347-05C77C62EF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865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F57B82FE-F9F9-8E4C-63DB-FE6552B19A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2462915"/>
              </p:ext>
            </p:extLst>
          </p:nvPr>
        </p:nvGraphicFramePr>
        <p:xfrm>
          <a:off x="555801" y="270623"/>
          <a:ext cx="12040840" cy="6316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82009B-E624-E058-1CE3-0E7E2513D47A}"/>
              </a:ext>
            </a:extLst>
          </p:cNvPr>
          <p:cNvSpPr txBox="1"/>
          <p:nvPr/>
        </p:nvSpPr>
        <p:spPr>
          <a:xfrm>
            <a:off x="3972240" y="146095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body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4548365-D433-86BD-880F-42066E327224}"/>
              </a:ext>
            </a:extLst>
          </p:cNvPr>
          <p:cNvSpPr txBox="1"/>
          <p:nvPr/>
        </p:nvSpPr>
        <p:spPr>
          <a:xfrm>
            <a:off x="-95504" y="2674044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/>
              <a:t>declarations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4DA819C-657C-E9B9-4421-05EDEDDE35E1}"/>
              </a:ext>
            </a:extLst>
          </p:cNvPr>
          <p:cNvSpPr txBox="1"/>
          <p:nvPr/>
        </p:nvSpPr>
        <p:spPr>
          <a:xfrm>
            <a:off x="934042" y="3799242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id</a:t>
            </a:r>
            <a:endParaRPr lang="ja-JP" altLang="ja-JP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8CBE5A7-2759-A276-B86F-439C545E38F5}"/>
              </a:ext>
            </a:extLst>
          </p:cNvPr>
          <p:cNvSpPr txBox="1"/>
          <p:nvPr/>
        </p:nvSpPr>
        <p:spPr>
          <a:xfrm>
            <a:off x="2779909" y="2703686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expression</a:t>
            </a:r>
            <a:endParaRPr lang="ja-JP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F183076-4004-856B-1F93-4CBC622FF8E1}"/>
              </a:ext>
            </a:extLst>
          </p:cNvPr>
          <p:cNvSpPr txBox="1"/>
          <p:nvPr/>
        </p:nvSpPr>
        <p:spPr>
          <a:xfrm>
            <a:off x="3055558" y="381618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left</a:t>
            </a:r>
            <a:endParaRPr lang="ja-JP" altLang="ja-JP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3079FBD-076E-3EF1-CB4A-A52BEE9B21E8}"/>
              </a:ext>
            </a:extLst>
          </p:cNvPr>
          <p:cNvSpPr txBox="1"/>
          <p:nvPr/>
        </p:nvSpPr>
        <p:spPr>
          <a:xfrm>
            <a:off x="5370068" y="381618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right</a:t>
            </a:r>
            <a:endParaRPr lang="ja-JP" altLang="ja-JP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A823FAF-D1E6-7A9F-9DB7-5F348AC6DE13}"/>
              </a:ext>
            </a:extLst>
          </p:cNvPr>
          <p:cNvSpPr txBox="1"/>
          <p:nvPr/>
        </p:nvSpPr>
        <p:spPr>
          <a:xfrm>
            <a:off x="4989989" y="2760887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express</a:t>
            </a:r>
            <a:r>
              <a:rPr lang="ja-JP" altLang="ja-JP" dirty="0"/>
              <a:t>ions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D44AB78-847F-9082-57F1-5446DF2520EB}"/>
              </a:ext>
            </a:extLst>
          </p:cNvPr>
          <p:cNvSpPr txBox="1"/>
          <p:nvPr/>
        </p:nvSpPr>
        <p:spPr>
          <a:xfrm>
            <a:off x="6880252" y="2845682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arguments</a:t>
            </a:r>
            <a:endParaRPr lang="ja-JP" altLang="ja-JP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84B5A8D-7063-13AA-DF7B-D44E7E8B781B}"/>
              </a:ext>
            </a:extLst>
          </p:cNvPr>
          <p:cNvSpPr txBox="1"/>
          <p:nvPr/>
        </p:nvSpPr>
        <p:spPr>
          <a:xfrm>
            <a:off x="9785820" y="2703686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callee</a:t>
            </a:r>
            <a:endParaRPr lang="ja-JP" altLang="ja-JP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BEA89EF-7800-EDE6-525B-B44062E3E13A}"/>
              </a:ext>
            </a:extLst>
          </p:cNvPr>
          <p:cNvSpPr txBox="1"/>
          <p:nvPr/>
        </p:nvSpPr>
        <p:spPr>
          <a:xfrm>
            <a:off x="8210948" y="3962359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object</a:t>
            </a:r>
            <a:endParaRPr lang="ja-JP" altLang="ja-JP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A16CC2F-2E69-8B2B-F925-EDD7533FE8CD}"/>
              </a:ext>
            </a:extLst>
          </p:cNvPr>
          <p:cNvSpPr txBox="1"/>
          <p:nvPr/>
        </p:nvSpPr>
        <p:spPr>
          <a:xfrm>
            <a:off x="10330857" y="3867790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property</a:t>
            </a:r>
            <a:endParaRPr lang="ja-JP" altLang="ja-JP" dirty="0"/>
          </a:p>
        </p:txBody>
      </p:sp>
    </p:spTree>
    <p:extLst>
      <p:ext uri="{BB962C8B-B14F-4D97-AF65-F5344CB8AC3E}">
        <p14:creationId xmlns:p14="http://schemas.microsoft.com/office/powerpoint/2010/main" val="1055757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6DDABFE2-553C-A337-0B85-C64D6D3AD0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847782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203898-1C62-729C-A4F7-4BA4B9CF1FDC}"/>
              </a:ext>
            </a:extLst>
          </p:cNvPr>
          <p:cNvSpPr txBox="1"/>
          <p:nvPr/>
        </p:nvSpPr>
        <p:spPr>
          <a:xfrm>
            <a:off x="3758184" y="1362456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body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A91D780-3F9A-C7FA-6599-9886E00D3A3A}"/>
              </a:ext>
            </a:extLst>
          </p:cNvPr>
          <p:cNvSpPr txBox="1"/>
          <p:nvPr/>
        </p:nvSpPr>
        <p:spPr>
          <a:xfrm>
            <a:off x="2497274" y="2666999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/>
              <a:t>declarations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E9C17F-03D9-FED3-1A67-A1882A28243A}"/>
              </a:ext>
            </a:extLst>
          </p:cNvPr>
          <p:cNvSpPr txBox="1"/>
          <p:nvPr/>
        </p:nvSpPr>
        <p:spPr>
          <a:xfrm>
            <a:off x="3454346" y="382166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id</a:t>
            </a:r>
            <a:endParaRPr lang="ja-JP" altLang="ja-JP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61F3DE3-5292-96E0-EA87-24709217F73C}"/>
              </a:ext>
            </a:extLst>
          </p:cNvPr>
          <p:cNvSpPr txBox="1"/>
          <p:nvPr/>
        </p:nvSpPr>
        <p:spPr>
          <a:xfrm>
            <a:off x="5351245" y="2666999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/>
              <a:t>expression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57A0786-BE88-A0E0-55B4-2367167D0FEB}"/>
              </a:ext>
            </a:extLst>
          </p:cNvPr>
          <p:cNvSpPr txBox="1"/>
          <p:nvPr/>
        </p:nvSpPr>
        <p:spPr>
          <a:xfrm>
            <a:off x="5351245" y="389848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left</a:t>
            </a:r>
            <a:endParaRPr lang="ja-JP" altLang="ja-JP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E3FD36E-B78E-78F3-D7B0-986045919E2D}"/>
              </a:ext>
            </a:extLst>
          </p:cNvPr>
          <p:cNvSpPr txBox="1"/>
          <p:nvPr/>
        </p:nvSpPr>
        <p:spPr>
          <a:xfrm>
            <a:off x="7857779" y="389848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right</a:t>
            </a:r>
            <a:endParaRPr lang="ja-JP" altLang="ja-JP" dirty="0"/>
          </a:p>
        </p:txBody>
      </p:sp>
    </p:spTree>
    <p:extLst>
      <p:ext uri="{BB962C8B-B14F-4D97-AF65-F5344CB8AC3E}">
        <p14:creationId xmlns:p14="http://schemas.microsoft.com/office/powerpoint/2010/main" val="1621368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45</Words>
  <Application>Microsoft Office PowerPoint</Application>
  <PresentationFormat>ワイド画面</PresentationFormat>
  <Paragraphs>43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Uezono Miyako (上園 京)</dc:creator>
  <cp:lastModifiedBy>Uezono Miyako (上園 京)</cp:lastModifiedBy>
  <cp:revision>3</cp:revision>
  <dcterms:created xsi:type="dcterms:W3CDTF">2026-08-11T13:55:43Z</dcterms:created>
  <dcterms:modified xsi:type="dcterms:W3CDTF">2026-08-12T01:27:51Z</dcterms:modified>
</cp:coreProperties>
</file>